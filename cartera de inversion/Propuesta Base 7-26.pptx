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460" r:id="rId2"/>
    <p:sldId id="461" r:id="rId3"/>
    <p:sldId id="462" r:id="rId4"/>
    <p:sldId id="464" r:id="rId5"/>
    <p:sldId id="465" r:id="rId6"/>
    <p:sldId id="463" r:id="rId7"/>
    <p:sldId id="466" r:id="rId8"/>
    <p:sldId id="467" r:id="rId9"/>
    <p:sldId id="468" r:id="rId10"/>
    <p:sldId id="321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ncia Bercianos" initials="FB" lastIdx="8" clrIdx="0">
    <p:extLst>
      <p:ext uri="{19B8F6BF-5375-455C-9EA6-DF929625EA0E}">
        <p15:presenceInfo xmlns:p15="http://schemas.microsoft.com/office/powerpoint/2012/main" userId="S::fbercianos@balanz.com.uy::e7e0fb4d-d1ec-4586-8ec1-1a0904c5aa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198E1-CE63-4E52-BF25-BA142CA22D23}" v="53" dt="2026-07-14T13:14:47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3241" autoAdjust="0"/>
  </p:normalViewPr>
  <p:slideViewPr>
    <p:cSldViewPr snapToGrid="0" snapToObjects="1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proviero" userId="d4a2920c-bf1d-4f95-b73a-73a46a262cc2" providerId="ADAL" clId="{573F0088-5799-4D27-9BD4-B6DBFA2A3DE4}"/>
    <pc:docChg chg="undo redo custSel addSld delSld modSld sldOrd">
      <pc:chgData name="Sebastian Sproviero" userId="d4a2920c-bf1d-4f95-b73a-73a46a262cc2" providerId="ADAL" clId="{573F0088-5799-4D27-9BD4-B6DBFA2A3DE4}" dt="2026-07-14T13:16:32.205" v="1646" actId="14100"/>
      <pc:docMkLst>
        <pc:docMk/>
      </pc:docMkLst>
      <pc:sldChg chg="modSp mod">
        <pc:chgData name="Sebastian Sproviero" userId="d4a2920c-bf1d-4f95-b73a-73a46a262cc2" providerId="ADAL" clId="{573F0088-5799-4D27-9BD4-B6DBFA2A3DE4}" dt="2026-07-14T01:44:21.404" v="106" actId="20577"/>
        <pc:sldMkLst>
          <pc:docMk/>
          <pc:sldMk cId="1534155845" sldId="460"/>
        </pc:sldMkLst>
        <pc:spChg chg="mod">
          <ac:chgData name="Sebastian Sproviero" userId="d4a2920c-bf1d-4f95-b73a-73a46a262cc2" providerId="ADAL" clId="{573F0088-5799-4D27-9BD4-B6DBFA2A3DE4}" dt="2026-07-14T01:44:21.404" v="106" actId="20577"/>
          <ac:spMkLst>
            <pc:docMk/>
            <pc:sldMk cId="1534155845" sldId="460"/>
            <ac:spMk id="3" creationId="{DF1911C5-6F04-4E3D-9D7F-B96B4B72C99C}"/>
          </ac:spMkLst>
        </pc:spChg>
        <pc:spChg chg="mod">
          <ac:chgData name="Sebastian Sproviero" userId="d4a2920c-bf1d-4f95-b73a-73a46a262cc2" providerId="ADAL" clId="{573F0088-5799-4D27-9BD4-B6DBFA2A3DE4}" dt="2026-07-14T01:44:16.987" v="104" actId="20577"/>
          <ac:spMkLst>
            <pc:docMk/>
            <pc:sldMk cId="1534155845" sldId="460"/>
            <ac:spMk id="5" creationId="{DF1911C5-6F04-4E3D-9D7F-B96B4B72C99C}"/>
          </ac:spMkLst>
        </pc:spChg>
      </pc:sldChg>
      <pc:sldChg chg="addSp delSp modSp mod">
        <pc:chgData name="Sebastian Sproviero" userId="d4a2920c-bf1d-4f95-b73a-73a46a262cc2" providerId="ADAL" clId="{573F0088-5799-4D27-9BD4-B6DBFA2A3DE4}" dt="2026-07-14T02:03:35.439" v="607" actId="14100"/>
        <pc:sldMkLst>
          <pc:docMk/>
          <pc:sldMk cId="2670024150" sldId="461"/>
        </pc:sldMkLst>
        <pc:spChg chg="add mod">
          <ac:chgData name="Sebastian Sproviero" userId="d4a2920c-bf1d-4f95-b73a-73a46a262cc2" providerId="ADAL" clId="{573F0088-5799-4D27-9BD4-B6DBFA2A3DE4}" dt="2026-07-14T02:03:35.439" v="607" actId="14100"/>
          <ac:spMkLst>
            <pc:docMk/>
            <pc:sldMk cId="2670024150" sldId="461"/>
            <ac:spMk id="6" creationId="{E73535DE-AD61-FC8D-34A4-82DA98ADBE0D}"/>
          </ac:spMkLst>
        </pc:spChg>
        <pc:spChg chg="mod">
          <ac:chgData name="Sebastian Sproviero" userId="d4a2920c-bf1d-4f95-b73a-73a46a262cc2" providerId="ADAL" clId="{573F0088-5799-4D27-9BD4-B6DBFA2A3DE4}" dt="2026-07-14T02:02:13.034" v="554" actId="20577"/>
          <ac:spMkLst>
            <pc:docMk/>
            <pc:sldMk cId="2670024150" sldId="461"/>
            <ac:spMk id="7" creationId="{F98EFC50-D365-B747-8535-87BA746BE3EE}"/>
          </ac:spMkLst>
        </pc:spChg>
        <pc:spChg chg="add mod">
          <ac:chgData name="Sebastian Sproviero" userId="d4a2920c-bf1d-4f95-b73a-73a46a262cc2" providerId="ADAL" clId="{573F0088-5799-4D27-9BD4-B6DBFA2A3DE4}" dt="2026-07-14T02:02:29.142" v="557"/>
          <ac:spMkLst>
            <pc:docMk/>
            <pc:sldMk cId="2670024150" sldId="461"/>
            <ac:spMk id="8" creationId="{262CCD82-62D9-261A-4FEF-8A840C76B87E}"/>
          </ac:spMkLst>
        </pc:spChg>
        <pc:spChg chg="mod">
          <ac:chgData name="Sebastian Sproviero" userId="d4a2920c-bf1d-4f95-b73a-73a46a262cc2" providerId="ADAL" clId="{573F0088-5799-4D27-9BD4-B6DBFA2A3DE4}" dt="2026-07-14T01:44:52.534" v="121" actId="20577"/>
          <ac:spMkLst>
            <pc:docMk/>
            <pc:sldMk cId="2670024150" sldId="461"/>
            <ac:spMk id="9" creationId="{CFCCF10C-117D-BB2B-9FDB-2705AE5508BD}"/>
          </ac:spMkLst>
        </pc:spChg>
        <pc:graphicFrameChg chg="add mod">
          <ac:chgData name="Sebastian Sproviero" userId="d4a2920c-bf1d-4f95-b73a-73a46a262cc2" providerId="ADAL" clId="{573F0088-5799-4D27-9BD4-B6DBFA2A3DE4}" dt="2026-07-14T01:56:10.354" v="131"/>
          <ac:graphicFrameMkLst>
            <pc:docMk/>
            <pc:sldMk cId="2670024150" sldId="461"/>
            <ac:graphicFrameMk id="2" creationId="{823BBF6D-7F2D-B933-FED7-E459CA05DC5D}"/>
          </ac:graphicFrameMkLst>
        </pc:graphicFrameChg>
        <pc:picChg chg="add del mod">
          <ac:chgData name="Sebastian Sproviero" userId="d4a2920c-bf1d-4f95-b73a-73a46a262cc2" providerId="ADAL" clId="{573F0088-5799-4D27-9BD4-B6DBFA2A3DE4}" dt="2026-07-14T01:56:40.846" v="145" actId="1076"/>
          <ac:picMkLst>
            <pc:docMk/>
            <pc:sldMk cId="2670024150" sldId="461"/>
            <ac:picMk id="4" creationId="{20F143C0-7E8F-BA55-C8C9-679E04DD686B}"/>
          </ac:picMkLst>
        </pc:picChg>
        <pc:picChg chg="add del">
          <ac:chgData name="Sebastian Sproviero" userId="d4a2920c-bf1d-4f95-b73a-73a46a262cc2" providerId="ADAL" clId="{573F0088-5799-4D27-9BD4-B6DBFA2A3DE4}" dt="2026-07-14T01:56:40.549" v="143" actId="478"/>
          <ac:picMkLst>
            <pc:docMk/>
            <pc:sldMk cId="2670024150" sldId="461"/>
            <ac:picMk id="5" creationId="{2E17B326-32A5-DFD7-E0EF-7A8100619604}"/>
          </ac:picMkLst>
        </pc:picChg>
      </pc:sldChg>
      <pc:sldChg chg="addSp delSp modSp mod ord">
        <pc:chgData name="Sebastian Sproviero" userId="d4a2920c-bf1d-4f95-b73a-73a46a262cc2" providerId="ADAL" clId="{573F0088-5799-4D27-9BD4-B6DBFA2A3DE4}" dt="2026-07-14T02:32:32.007" v="1286" actId="1076"/>
        <pc:sldMkLst>
          <pc:docMk/>
          <pc:sldMk cId="746522183" sldId="462"/>
        </pc:sldMkLst>
        <pc:spChg chg="mod">
          <ac:chgData name="Sebastian Sproviero" userId="d4a2920c-bf1d-4f95-b73a-73a46a262cc2" providerId="ADAL" clId="{573F0088-5799-4D27-9BD4-B6DBFA2A3DE4}" dt="2026-07-14T02:32:21.303" v="1280" actId="1076"/>
          <ac:spMkLst>
            <pc:docMk/>
            <pc:sldMk cId="746522183" sldId="462"/>
            <ac:spMk id="4" creationId="{114710CE-9C1D-38C6-26BF-9FB71E8C35BC}"/>
          </ac:spMkLst>
        </pc:spChg>
        <pc:spChg chg="mod">
          <ac:chgData name="Sebastian Sproviero" userId="d4a2920c-bf1d-4f95-b73a-73a46a262cc2" providerId="ADAL" clId="{573F0088-5799-4D27-9BD4-B6DBFA2A3DE4}" dt="2026-07-14T02:32:32.007" v="1286" actId="1076"/>
          <ac:spMkLst>
            <pc:docMk/>
            <pc:sldMk cId="746522183" sldId="462"/>
            <ac:spMk id="7" creationId="{E890BD7C-7E4F-8A8F-6BD8-61DF3771964A}"/>
          </ac:spMkLst>
        </pc:spChg>
        <pc:spChg chg="del mod">
          <ac:chgData name="Sebastian Sproviero" userId="d4a2920c-bf1d-4f95-b73a-73a46a262cc2" providerId="ADAL" clId="{573F0088-5799-4D27-9BD4-B6DBFA2A3DE4}" dt="2026-07-14T02:32:07.651" v="1267" actId="478"/>
          <ac:spMkLst>
            <pc:docMk/>
            <pc:sldMk cId="746522183" sldId="462"/>
            <ac:spMk id="8" creationId="{36B4CB63-8BF8-448C-8DF7-25D972157FC4}"/>
          </ac:spMkLst>
        </pc:spChg>
        <pc:spChg chg="add del mod">
          <ac:chgData name="Sebastian Sproviero" userId="d4a2920c-bf1d-4f95-b73a-73a46a262cc2" providerId="ADAL" clId="{573F0088-5799-4D27-9BD4-B6DBFA2A3DE4}" dt="2026-07-14T02:32:06.288" v="1266" actId="478"/>
          <ac:spMkLst>
            <pc:docMk/>
            <pc:sldMk cId="746522183" sldId="462"/>
            <ac:spMk id="10" creationId="{F0B13991-2EB3-062A-7EE4-AA8BE609218B}"/>
          </ac:spMkLst>
        </pc:spChg>
        <pc:spChg chg="del mod">
          <ac:chgData name="Sebastian Sproviero" userId="d4a2920c-bf1d-4f95-b73a-73a46a262cc2" providerId="ADAL" clId="{573F0088-5799-4D27-9BD4-B6DBFA2A3DE4}" dt="2026-07-14T02:32:00.952" v="1265" actId="478"/>
          <ac:spMkLst>
            <pc:docMk/>
            <pc:sldMk cId="746522183" sldId="462"/>
            <ac:spMk id="13" creationId="{780BA62A-E295-4B9B-89C6-B5E902DB6606}"/>
          </ac:spMkLst>
        </pc:spChg>
        <pc:graphicFrameChg chg="add mod">
          <ac:chgData name="Sebastian Sproviero" userId="d4a2920c-bf1d-4f95-b73a-73a46a262cc2" providerId="ADAL" clId="{573F0088-5799-4D27-9BD4-B6DBFA2A3DE4}" dt="2026-07-14T02:24:27.767" v="1169"/>
          <ac:graphicFrameMkLst>
            <pc:docMk/>
            <pc:sldMk cId="746522183" sldId="462"/>
            <ac:graphicFrameMk id="2" creationId="{E8B236C3-906F-1C42-18AB-70E039A5126A}"/>
          </ac:graphicFrameMkLst>
        </pc:graphicFrameChg>
        <pc:picChg chg="del">
          <ac:chgData name="Sebastian Sproviero" userId="d4a2920c-bf1d-4f95-b73a-73a46a262cc2" providerId="ADAL" clId="{573F0088-5799-4D27-9BD4-B6DBFA2A3DE4}" dt="2026-07-14T02:24:27.034" v="1168" actId="478"/>
          <ac:picMkLst>
            <pc:docMk/>
            <pc:sldMk cId="746522183" sldId="462"/>
            <ac:picMk id="3" creationId="{AE9EED35-2CC7-A36D-3648-83C10F077C6A}"/>
          </ac:picMkLst>
        </pc:picChg>
        <pc:picChg chg="add del mod">
          <ac:chgData name="Sebastian Sproviero" userId="d4a2920c-bf1d-4f95-b73a-73a46a262cc2" providerId="ADAL" clId="{573F0088-5799-4D27-9BD4-B6DBFA2A3DE4}" dt="2026-07-14T02:31:59.790" v="1264" actId="478"/>
          <ac:picMkLst>
            <pc:docMk/>
            <pc:sldMk cId="746522183" sldId="462"/>
            <ac:picMk id="6" creationId="{6B2D3279-1ACA-294B-91DE-AF6FFBE8D3EA}"/>
          </ac:picMkLst>
        </pc:picChg>
      </pc:sldChg>
      <pc:sldChg chg="addSp delSp modSp mod">
        <pc:chgData name="Sebastian Sproviero" userId="d4a2920c-bf1d-4f95-b73a-73a46a262cc2" providerId="ADAL" clId="{573F0088-5799-4D27-9BD4-B6DBFA2A3DE4}" dt="2026-07-14T02:34:15.421" v="1335" actId="20577"/>
        <pc:sldMkLst>
          <pc:docMk/>
          <pc:sldMk cId="0" sldId="463"/>
        </pc:sldMkLst>
        <pc:spChg chg="mod ord">
          <ac:chgData name="Sebastian Sproviero" userId="d4a2920c-bf1d-4f95-b73a-73a46a262cc2" providerId="ADAL" clId="{573F0088-5799-4D27-9BD4-B6DBFA2A3DE4}" dt="2026-07-14T02:34:15.421" v="1335" actId="20577"/>
          <ac:spMkLst>
            <pc:docMk/>
            <pc:sldMk cId="0" sldId="463"/>
            <ac:spMk id="5" creationId="{00000000-0000-0000-0000-000000000000}"/>
          </ac:spMkLst>
        </pc:spChg>
        <pc:picChg chg="add mod">
          <ac:chgData name="Sebastian Sproviero" userId="d4a2920c-bf1d-4f95-b73a-73a46a262cc2" providerId="ADAL" clId="{573F0088-5799-4D27-9BD4-B6DBFA2A3DE4}" dt="2026-07-14T02:29:17.513" v="1196" actId="1076"/>
          <ac:picMkLst>
            <pc:docMk/>
            <pc:sldMk cId="0" sldId="463"/>
            <ac:picMk id="6" creationId="{AF34177E-4CC5-4C1E-818B-9AF4E451CD88}"/>
          </ac:picMkLst>
        </pc:picChg>
        <pc:picChg chg="del">
          <ac:chgData name="Sebastian Sproviero" userId="d4a2920c-bf1d-4f95-b73a-73a46a262cc2" providerId="ADAL" clId="{573F0088-5799-4D27-9BD4-B6DBFA2A3DE4}" dt="2026-07-14T02:27:57.184" v="1179" actId="478"/>
          <ac:picMkLst>
            <pc:docMk/>
            <pc:sldMk cId="0" sldId="463"/>
            <ac:picMk id="8" creationId="{38F5264C-3DEA-7FA4-28C1-4A8740B238EE}"/>
          </ac:picMkLst>
        </pc:picChg>
      </pc:sldChg>
      <pc:sldChg chg="addSp delSp modSp add mod">
        <pc:chgData name="Sebastian Sproviero" userId="d4a2920c-bf1d-4f95-b73a-73a46a262cc2" providerId="ADAL" clId="{573F0088-5799-4D27-9BD4-B6DBFA2A3DE4}" dt="2026-07-14T13:16:32.205" v="1646" actId="14100"/>
        <pc:sldMkLst>
          <pc:docMk/>
          <pc:sldMk cId="4048149564" sldId="464"/>
        </pc:sldMkLst>
        <pc:spChg chg="mod">
          <ac:chgData name="Sebastian Sproviero" userId="d4a2920c-bf1d-4f95-b73a-73a46a262cc2" providerId="ADAL" clId="{573F0088-5799-4D27-9BD4-B6DBFA2A3DE4}" dt="2026-07-14T02:23:41.332" v="1167" actId="20577"/>
          <ac:spMkLst>
            <pc:docMk/>
            <pc:sldMk cId="4048149564" sldId="464"/>
            <ac:spMk id="7" creationId="{AEB00F60-E3A7-7586-1620-A30D1B8EEDFF}"/>
          </ac:spMkLst>
        </pc:spChg>
        <pc:spChg chg="mod">
          <ac:chgData name="Sebastian Sproviero" userId="d4a2920c-bf1d-4f95-b73a-73a46a262cc2" providerId="ADAL" clId="{573F0088-5799-4D27-9BD4-B6DBFA2A3DE4}" dt="2026-07-14T02:18:00.297" v="616" actId="20577"/>
          <ac:spMkLst>
            <pc:docMk/>
            <pc:sldMk cId="4048149564" sldId="464"/>
            <ac:spMk id="9" creationId="{05D25CED-3C47-8672-BEF0-EEE6D887DD64}"/>
          </ac:spMkLst>
        </pc:spChg>
        <pc:picChg chg="add mod">
          <ac:chgData name="Sebastian Sproviero" userId="d4a2920c-bf1d-4f95-b73a-73a46a262cc2" providerId="ADAL" clId="{573F0088-5799-4D27-9BD4-B6DBFA2A3DE4}" dt="2026-07-14T13:16:32.205" v="1646" actId="14100"/>
          <ac:picMkLst>
            <pc:docMk/>
            <pc:sldMk cId="4048149564" sldId="464"/>
            <ac:picMk id="3" creationId="{797142A2-05D8-43B4-429C-E2A98B3C8443}"/>
          </ac:picMkLst>
        </pc:picChg>
        <pc:picChg chg="del">
          <ac:chgData name="Sebastian Sproviero" userId="d4a2920c-bf1d-4f95-b73a-73a46a262cc2" providerId="ADAL" clId="{573F0088-5799-4D27-9BD4-B6DBFA2A3DE4}" dt="2026-07-14T02:08:27.268" v="608" actId="478"/>
          <ac:picMkLst>
            <pc:docMk/>
            <pc:sldMk cId="4048149564" sldId="464"/>
            <ac:picMk id="5" creationId="{3ED62940-192D-8C15-173D-6E026BE0F2E2}"/>
          </ac:picMkLst>
        </pc:picChg>
      </pc:sldChg>
      <pc:sldChg chg="add">
        <pc:chgData name="Sebastian Sproviero" userId="d4a2920c-bf1d-4f95-b73a-73a46a262cc2" providerId="ADAL" clId="{573F0088-5799-4D27-9BD4-B6DBFA2A3DE4}" dt="2026-07-14T02:31:55.726" v="1261"/>
        <pc:sldMkLst>
          <pc:docMk/>
          <pc:sldMk cId="3302724822" sldId="465"/>
        </pc:sldMkLst>
      </pc:sldChg>
      <pc:sldChg chg="modSp add mod ord">
        <pc:chgData name="Sebastian Sproviero" userId="d4a2920c-bf1d-4f95-b73a-73a46a262cc2" providerId="ADAL" clId="{573F0088-5799-4D27-9BD4-B6DBFA2A3DE4}" dt="2026-07-14T02:33:01.834" v="1297" actId="20577"/>
        <pc:sldMkLst>
          <pc:docMk/>
          <pc:sldMk cId="952333420" sldId="466"/>
        </pc:sldMkLst>
        <pc:spChg chg="mod">
          <ac:chgData name="Sebastian Sproviero" userId="d4a2920c-bf1d-4f95-b73a-73a46a262cc2" providerId="ADAL" clId="{573F0088-5799-4D27-9BD4-B6DBFA2A3DE4}" dt="2026-07-14T02:33:01.834" v="1297" actId="20577"/>
          <ac:spMkLst>
            <pc:docMk/>
            <pc:sldMk cId="952333420" sldId="466"/>
            <ac:spMk id="7" creationId="{FA19EDAE-A461-96EB-0C9E-1469FA77C604}"/>
          </ac:spMkLst>
        </pc:spChg>
      </pc:sldChg>
      <pc:sldChg chg="add del">
        <pc:chgData name="Sebastian Sproviero" userId="d4a2920c-bf1d-4f95-b73a-73a46a262cc2" providerId="ADAL" clId="{573F0088-5799-4D27-9BD4-B6DBFA2A3DE4}" dt="2026-07-14T02:33:21.659" v="1299"/>
        <pc:sldMkLst>
          <pc:docMk/>
          <pc:sldMk cId="3891842858" sldId="467"/>
        </pc:sldMkLst>
      </pc:sldChg>
      <pc:sldChg chg="addSp delSp modSp add mod ord">
        <pc:chgData name="Sebastian Sproviero" userId="d4a2920c-bf1d-4f95-b73a-73a46a262cc2" providerId="ADAL" clId="{573F0088-5799-4D27-9BD4-B6DBFA2A3DE4}" dt="2026-07-14T02:46:32.747" v="1569" actId="1076"/>
        <pc:sldMkLst>
          <pc:docMk/>
          <pc:sldMk cId="3938683116" sldId="467"/>
        </pc:sldMkLst>
        <pc:spChg chg="mod">
          <ac:chgData name="Sebastian Sproviero" userId="d4a2920c-bf1d-4f95-b73a-73a46a262cc2" providerId="ADAL" clId="{573F0088-5799-4D27-9BD4-B6DBFA2A3DE4}" dt="2026-07-14T02:33:32.691" v="1331" actId="20577"/>
          <ac:spMkLst>
            <pc:docMk/>
            <pc:sldMk cId="3938683116" sldId="467"/>
            <ac:spMk id="2" creationId="{B2C07E37-1C74-8D3A-BEEA-E9D09E227D29}"/>
          </ac:spMkLst>
        </pc:spChg>
        <pc:spChg chg="add mod">
          <ac:chgData name="Sebastian Sproviero" userId="d4a2920c-bf1d-4f95-b73a-73a46a262cc2" providerId="ADAL" clId="{573F0088-5799-4D27-9BD4-B6DBFA2A3DE4}" dt="2026-07-14T02:39:36.757" v="1452" actId="1076"/>
          <ac:spMkLst>
            <pc:docMk/>
            <pc:sldMk cId="3938683116" sldId="467"/>
            <ac:spMk id="4" creationId="{8BDDE746-ADBE-256F-34E3-7DC6E2F75A0D}"/>
          </ac:spMkLst>
        </pc:spChg>
        <pc:spChg chg="del">
          <ac:chgData name="Sebastian Sproviero" userId="d4a2920c-bf1d-4f95-b73a-73a46a262cc2" providerId="ADAL" clId="{573F0088-5799-4D27-9BD4-B6DBFA2A3DE4}" dt="2026-07-14T02:33:36.767" v="1333" actId="478"/>
          <ac:spMkLst>
            <pc:docMk/>
            <pc:sldMk cId="3938683116" sldId="467"/>
            <ac:spMk id="5" creationId="{0C810016-F6F1-CB23-CC78-66108D0500F5}"/>
          </ac:spMkLst>
        </pc:spChg>
        <pc:spChg chg="add mod">
          <ac:chgData name="Sebastian Sproviero" userId="d4a2920c-bf1d-4f95-b73a-73a46a262cc2" providerId="ADAL" clId="{573F0088-5799-4D27-9BD4-B6DBFA2A3DE4}" dt="2026-07-14T02:45:29.644" v="1562"/>
          <ac:spMkLst>
            <pc:docMk/>
            <pc:sldMk cId="3938683116" sldId="467"/>
            <ac:spMk id="8" creationId="{647D8610-2314-E2A1-08B6-E077A5C7CA96}"/>
          </ac:spMkLst>
        </pc:spChg>
        <pc:spChg chg="add mod">
          <ac:chgData name="Sebastian Sproviero" userId="d4a2920c-bf1d-4f95-b73a-73a46a262cc2" providerId="ADAL" clId="{573F0088-5799-4D27-9BD4-B6DBFA2A3DE4}" dt="2026-07-14T02:37:21.122" v="1433" actId="1076"/>
          <ac:spMkLst>
            <pc:docMk/>
            <pc:sldMk cId="3938683116" sldId="467"/>
            <ac:spMk id="10" creationId="{1972D348-0D16-329F-5AD6-EDD72CB51A76}"/>
          </ac:spMkLst>
        </pc:spChg>
        <pc:spChg chg="add mod">
          <ac:chgData name="Sebastian Sproviero" userId="d4a2920c-bf1d-4f95-b73a-73a46a262cc2" providerId="ADAL" clId="{573F0088-5799-4D27-9BD4-B6DBFA2A3DE4}" dt="2026-07-14T02:39:26.337" v="1450" actId="1076"/>
          <ac:spMkLst>
            <pc:docMk/>
            <pc:sldMk cId="3938683116" sldId="467"/>
            <ac:spMk id="15" creationId="{E7CABE55-AA93-B077-303A-FAF9CEECB7E5}"/>
          </ac:spMkLst>
        </pc:spChg>
        <pc:spChg chg="add mod">
          <ac:chgData name="Sebastian Sproviero" userId="d4a2920c-bf1d-4f95-b73a-73a46a262cc2" providerId="ADAL" clId="{573F0088-5799-4D27-9BD4-B6DBFA2A3DE4}" dt="2026-07-14T02:42:04.168" v="1518" actId="1076"/>
          <ac:spMkLst>
            <pc:docMk/>
            <pc:sldMk cId="3938683116" sldId="467"/>
            <ac:spMk id="21" creationId="{9C39F873-EBB3-45AA-087A-D375CDAF691C}"/>
          </ac:spMkLst>
        </pc:spChg>
        <pc:spChg chg="add mod">
          <ac:chgData name="Sebastian Sproviero" userId="d4a2920c-bf1d-4f95-b73a-73a46a262cc2" providerId="ADAL" clId="{573F0088-5799-4D27-9BD4-B6DBFA2A3DE4}" dt="2026-07-14T02:46:32.747" v="1569" actId="1076"/>
          <ac:spMkLst>
            <pc:docMk/>
            <pc:sldMk cId="3938683116" sldId="467"/>
            <ac:spMk id="22" creationId="{471B406B-1EE5-F045-8A7A-28CB01B80672}"/>
          </ac:spMkLst>
        </pc:spChg>
        <pc:picChg chg="del">
          <ac:chgData name="Sebastian Sproviero" userId="d4a2920c-bf1d-4f95-b73a-73a46a262cc2" providerId="ADAL" clId="{573F0088-5799-4D27-9BD4-B6DBFA2A3DE4}" dt="2026-07-14T02:33:35.149" v="1332" actId="478"/>
          <ac:picMkLst>
            <pc:docMk/>
            <pc:sldMk cId="3938683116" sldId="467"/>
            <ac:picMk id="6" creationId="{A1C6D475-FC80-4D22-6332-3C8B0FB18B98}"/>
          </ac:picMkLst>
        </pc:picChg>
        <pc:picChg chg="add mod">
          <ac:chgData name="Sebastian Sproviero" userId="d4a2920c-bf1d-4f95-b73a-73a46a262cc2" providerId="ADAL" clId="{573F0088-5799-4D27-9BD4-B6DBFA2A3DE4}" dt="2026-07-14T02:39:02.413" v="1442" actId="1076"/>
          <ac:picMkLst>
            <pc:docMk/>
            <pc:sldMk cId="3938683116" sldId="467"/>
            <ac:picMk id="12" creationId="{78FF30BD-7562-A4E3-0DF9-A8357AD90CD3}"/>
          </ac:picMkLst>
        </pc:picChg>
        <pc:picChg chg="add mod">
          <ac:chgData name="Sebastian Sproviero" userId="d4a2920c-bf1d-4f95-b73a-73a46a262cc2" providerId="ADAL" clId="{573F0088-5799-4D27-9BD4-B6DBFA2A3DE4}" dt="2026-07-14T02:39:01.037" v="1441" actId="1076"/>
          <ac:picMkLst>
            <pc:docMk/>
            <pc:sldMk cId="3938683116" sldId="467"/>
            <ac:picMk id="14" creationId="{22763AA7-E855-0F6B-3DBA-33712F8FAF2C}"/>
          </ac:picMkLst>
        </pc:picChg>
        <pc:picChg chg="add mod">
          <ac:chgData name="Sebastian Sproviero" userId="d4a2920c-bf1d-4f95-b73a-73a46a262cc2" providerId="ADAL" clId="{573F0088-5799-4D27-9BD4-B6DBFA2A3DE4}" dt="2026-07-14T02:46:28.330" v="1568" actId="1076"/>
          <ac:picMkLst>
            <pc:docMk/>
            <pc:sldMk cId="3938683116" sldId="467"/>
            <ac:picMk id="16" creationId="{3B434BA8-1F81-1BAA-8047-520AE1C2DD18}"/>
          </ac:picMkLst>
        </pc:picChg>
        <pc:picChg chg="add del mod">
          <ac:chgData name="Sebastian Sproviero" userId="d4a2920c-bf1d-4f95-b73a-73a46a262cc2" providerId="ADAL" clId="{573F0088-5799-4D27-9BD4-B6DBFA2A3DE4}" dt="2026-07-14T02:40:25.379" v="1459" actId="478"/>
          <ac:picMkLst>
            <pc:docMk/>
            <pc:sldMk cId="3938683116" sldId="467"/>
            <ac:picMk id="18" creationId="{2A1D3147-E0CD-C903-143F-B352CB7B9441}"/>
          </ac:picMkLst>
        </pc:picChg>
        <pc:picChg chg="add mod">
          <ac:chgData name="Sebastian Sproviero" userId="d4a2920c-bf1d-4f95-b73a-73a46a262cc2" providerId="ADAL" clId="{573F0088-5799-4D27-9BD4-B6DBFA2A3DE4}" dt="2026-07-14T02:41:06.390" v="1468" actId="14100"/>
          <ac:picMkLst>
            <pc:docMk/>
            <pc:sldMk cId="3938683116" sldId="467"/>
            <ac:picMk id="20" creationId="{72599B2E-497B-0909-3E67-EC37DD070385}"/>
          </ac:picMkLst>
        </pc:picChg>
        <pc:picChg chg="add mod">
          <ac:chgData name="Sebastian Sproviero" userId="d4a2920c-bf1d-4f95-b73a-73a46a262cc2" providerId="ADAL" clId="{573F0088-5799-4D27-9BD4-B6DBFA2A3DE4}" dt="2026-07-14T02:46:13.766" v="1566" actId="1076"/>
          <ac:picMkLst>
            <pc:docMk/>
            <pc:sldMk cId="3938683116" sldId="467"/>
            <ac:picMk id="24" creationId="{4E51B232-19B9-A96B-56F8-75CD691548BA}"/>
          </ac:picMkLst>
        </pc:picChg>
        <pc:picChg chg="add del mod">
          <ac:chgData name="Sebastian Sproviero" userId="d4a2920c-bf1d-4f95-b73a-73a46a262cc2" providerId="ADAL" clId="{573F0088-5799-4D27-9BD4-B6DBFA2A3DE4}" dt="2026-07-14T02:43:48.823" v="1553" actId="478"/>
          <ac:picMkLst>
            <pc:docMk/>
            <pc:sldMk cId="3938683116" sldId="467"/>
            <ac:picMk id="26" creationId="{F6F7D2C7-01AA-C510-5590-1201867A6383}"/>
          </ac:picMkLst>
        </pc:picChg>
        <pc:picChg chg="add mod">
          <ac:chgData name="Sebastian Sproviero" userId="d4a2920c-bf1d-4f95-b73a-73a46a262cc2" providerId="ADAL" clId="{573F0088-5799-4D27-9BD4-B6DBFA2A3DE4}" dt="2026-07-14T02:45:43.097" v="1564" actId="1076"/>
          <ac:picMkLst>
            <pc:docMk/>
            <pc:sldMk cId="3938683116" sldId="467"/>
            <ac:picMk id="28" creationId="{CE6C1B90-EF44-0732-EFF7-EF8B87B0210D}"/>
          </ac:picMkLst>
        </pc:picChg>
      </pc:sldChg>
      <pc:sldChg chg="addSp delSp modSp add mod ord">
        <pc:chgData name="Sebastian Sproviero" userId="d4a2920c-bf1d-4f95-b73a-73a46a262cc2" providerId="ADAL" clId="{573F0088-5799-4D27-9BD4-B6DBFA2A3DE4}" dt="2026-07-14T02:56:28.043" v="1645" actId="1038"/>
        <pc:sldMkLst>
          <pc:docMk/>
          <pc:sldMk cId="2931907983" sldId="468"/>
        </pc:sldMkLst>
        <pc:spChg chg="add del mod">
          <ac:chgData name="Sebastian Sproviero" userId="d4a2920c-bf1d-4f95-b73a-73a46a262cc2" providerId="ADAL" clId="{573F0088-5799-4D27-9BD4-B6DBFA2A3DE4}" dt="2026-07-14T02:47:21.308" v="1582" actId="478"/>
          <ac:spMkLst>
            <pc:docMk/>
            <pc:sldMk cId="2931907983" sldId="468"/>
            <ac:spMk id="3" creationId="{8E51A10F-6E6F-865B-F075-1B5D79FB52EC}"/>
          </ac:spMkLst>
        </pc:spChg>
        <pc:spChg chg="mod">
          <ac:chgData name="Sebastian Sproviero" userId="d4a2920c-bf1d-4f95-b73a-73a46a262cc2" providerId="ADAL" clId="{573F0088-5799-4D27-9BD4-B6DBFA2A3DE4}" dt="2026-07-14T02:47:12.645" v="1580" actId="20577"/>
          <ac:spMkLst>
            <pc:docMk/>
            <pc:sldMk cId="2931907983" sldId="468"/>
            <ac:spMk id="7" creationId="{A23224C1-BE2C-8E29-6931-E4BD279FF1E6}"/>
          </ac:spMkLst>
        </pc:spChg>
        <pc:spChg chg="del">
          <ac:chgData name="Sebastian Sproviero" userId="d4a2920c-bf1d-4f95-b73a-73a46a262cc2" providerId="ADAL" clId="{573F0088-5799-4D27-9BD4-B6DBFA2A3DE4}" dt="2026-07-14T02:47:22.145" v="1583" actId="478"/>
          <ac:spMkLst>
            <pc:docMk/>
            <pc:sldMk cId="2931907983" sldId="468"/>
            <ac:spMk id="8" creationId="{9F1F0FA2-2DE3-9A36-6FBB-E1BBD98D88A4}"/>
          </ac:spMkLst>
        </pc:spChg>
        <pc:spChg chg="del">
          <ac:chgData name="Sebastian Sproviero" userId="d4a2920c-bf1d-4f95-b73a-73a46a262cc2" providerId="ADAL" clId="{573F0088-5799-4D27-9BD4-B6DBFA2A3DE4}" dt="2026-07-14T02:47:17.941" v="1581" actId="478"/>
          <ac:spMkLst>
            <pc:docMk/>
            <pc:sldMk cId="2931907983" sldId="468"/>
            <ac:spMk id="13" creationId="{23BA8683-8088-A7E5-729F-7C32ED547A69}"/>
          </ac:spMkLst>
        </pc:spChg>
        <pc:graphicFrameChg chg="add mod">
          <ac:chgData name="Sebastian Sproviero" userId="d4a2920c-bf1d-4f95-b73a-73a46a262cc2" providerId="ADAL" clId="{573F0088-5799-4D27-9BD4-B6DBFA2A3DE4}" dt="2026-07-14T02:48:00.402" v="1584"/>
          <ac:graphicFrameMkLst>
            <pc:docMk/>
            <pc:sldMk cId="2931907983" sldId="468"/>
            <ac:graphicFrameMk id="5" creationId="{8DEBE00D-95E1-ECD6-6A9C-BDBB0CADE9F9}"/>
          </ac:graphicFrameMkLst>
        </pc:graphicFrameChg>
        <pc:graphicFrameChg chg="add mod">
          <ac:chgData name="Sebastian Sproviero" userId="d4a2920c-bf1d-4f95-b73a-73a46a262cc2" providerId="ADAL" clId="{573F0088-5799-4D27-9BD4-B6DBFA2A3DE4}" dt="2026-07-14T02:48:24.716" v="1589"/>
          <ac:graphicFrameMkLst>
            <pc:docMk/>
            <pc:sldMk cId="2931907983" sldId="468"/>
            <ac:graphicFrameMk id="12" creationId="{49CAFB0A-5FA6-5D86-25F8-72BB0759C504}"/>
          </ac:graphicFrameMkLst>
        </pc:graphicFrameChg>
        <pc:graphicFrameChg chg="add mod">
          <ac:chgData name="Sebastian Sproviero" userId="d4a2920c-bf1d-4f95-b73a-73a46a262cc2" providerId="ADAL" clId="{573F0088-5799-4D27-9BD4-B6DBFA2A3DE4}" dt="2026-07-14T02:48:58.169" v="1594"/>
          <ac:graphicFrameMkLst>
            <pc:docMk/>
            <pc:sldMk cId="2931907983" sldId="468"/>
            <ac:graphicFrameMk id="16" creationId="{6A4E71AE-564A-E707-F3A2-28328B329758}"/>
          </ac:graphicFrameMkLst>
        </pc:graphicFrameChg>
        <pc:graphicFrameChg chg="add mod">
          <ac:chgData name="Sebastian Sproviero" userId="d4a2920c-bf1d-4f95-b73a-73a46a262cc2" providerId="ADAL" clId="{573F0088-5799-4D27-9BD4-B6DBFA2A3DE4}" dt="2026-07-14T02:51:10.367" v="1607"/>
          <ac:graphicFrameMkLst>
            <pc:docMk/>
            <pc:sldMk cId="2931907983" sldId="468"/>
            <ac:graphicFrameMk id="19" creationId="{936D4631-6EC3-0BE0-B4B3-BB2AEE518C4B}"/>
          </ac:graphicFrameMkLst>
        </pc:graphicFrameChg>
        <pc:graphicFrameChg chg="add mod">
          <ac:chgData name="Sebastian Sproviero" userId="d4a2920c-bf1d-4f95-b73a-73a46a262cc2" providerId="ADAL" clId="{573F0088-5799-4D27-9BD4-B6DBFA2A3DE4}" dt="2026-07-14T02:51:39.270" v="1611"/>
          <ac:graphicFrameMkLst>
            <pc:docMk/>
            <pc:sldMk cId="2931907983" sldId="468"/>
            <ac:graphicFrameMk id="22" creationId="{144D8351-A93D-7C70-29B3-E854593EBBCD}"/>
          </ac:graphicFrameMkLst>
        </pc:graphicFrameChg>
        <pc:graphicFrameChg chg="add mod">
          <ac:chgData name="Sebastian Sproviero" userId="d4a2920c-bf1d-4f95-b73a-73a46a262cc2" providerId="ADAL" clId="{573F0088-5799-4D27-9BD4-B6DBFA2A3DE4}" dt="2026-07-14T02:52:15.793" v="1618"/>
          <ac:graphicFrameMkLst>
            <pc:docMk/>
            <pc:sldMk cId="2931907983" sldId="468"/>
            <ac:graphicFrameMk id="25" creationId="{53424DED-466A-8D17-ECA2-71042C61E71C}"/>
          </ac:graphicFrameMkLst>
        </pc:graphicFrameChg>
        <pc:graphicFrameChg chg="add mod">
          <ac:chgData name="Sebastian Sproviero" userId="d4a2920c-bf1d-4f95-b73a-73a46a262cc2" providerId="ADAL" clId="{573F0088-5799-4D27-9BD4-B6DBFA2A3DE4}" dt="2026-07-14T02:55:52.594" v="1633"/>
          <ac:graphicFrameMkLst>
            <pc:docMk/>
            <pc:sldMk cId="2931907983" sldId="468"/>
            <ac:graphicFrameMk id="28" creationId="{109B1DE1-03F4-4FDC-FEC5-9A73B029C986}"/>
          </ac:graphicFrameMkLst>
        </pc:graphicFrameChg>
        <pc:graphicFrameChg chg="add mod">
          <ac:chgData name="Sebastian Sproviero" userId="d4a2920c-bf1d-4f95-b73a-73a46a262cc2" providerId="ADAL" clId="{573F0088-5799-4D27-9BD4-B6DBFA2A3DE4}" dt="2026-07-14T02:56:14.419" v="1638"/>
          <ac:graphicFrameMkLst>
            <pc:docMk/>
            <pc:sldMk cId="2931907983" sldId="468"/>
            <ac:graphicFrameMk id="31" creationId="{4B7D7E5D-FE4B-A75A-4C7A-6644FBFAB3D5}"/>
          </ac:graphicFrameMkLst>
        </pc:graphicFrameChg>
        <pc:picChg chg="del">
          <ac:chgData name="Sebastian Sproviero" userId="d4a2920c-bf1d-4f95-b73a-73a46a262cc2" providerId="ADAL" clId="{573F0088-5799-4D27-9BD4-B6DBFA2A3DE4}" dt="2026-07-14T02:47:09.910" v="1573" actId="478"/>
          <ac:picMkLst>
            <pc:docMk/>
            <pc:sldMk cId="2931907983" sldId="468"/>
            <ac:picMk id="6" creationId="{12B637CD-F2B2-FC06-2859-FB8097057477}"/>
          </ac:picMkLst>
        </pc:picChg>
        <pc:picChg chg="add del mod">
          <ac:chgData name="Sebastian Sproviero" userId="d4a2920c-bf1d-4f95-b73a-73a46a262cc2" providerId="ADAL" clId="{573F0088-5799-4D27-9BD4-B6DBFA2A3DE4}" dt="2026-07-14T02:48:41.633" v="1593" actId="478"/>
          <ac:picMkLst>
            <pc:docMk/>
            <pc:sldMk cId="2931907983" sldId="468"/>
            <ac:picMk id="10" creationId="{960E1C8A-D7F8-7E8B-C471-D73D886B137C}"/>
          </ac:picMkLst>
        </pc:picChg>
        <pc:picChg chg="add del mod">
          <ac:chgData name="Sebastian Sproviero" userId="d4a2920c-bf1d-4f95-b73a-73a46a262cc2" providerId="ADAL" clId="{573F0088-5799-4D27-9BD4-B6DBFA2A3DE4}" dt="2026-07-14T02:49:32.720" v="1606" actId="478"/>
          <ac:picMkLst>
            <pc:docMk/>
            <pc:sldMk cId="2931907983" sldId="468"/>
            <ac:picMk id="15" creationId="{26448A14-1E4F-944F-BC84-AD671B2FC842}"/>
          </ac:picMkLst>
        </pc:picChg>
        <pc:picChg chg="add del mod">
          <ac:chgData name="Sebastian Sproviero" userId="d4a2920c-bf1d-4f95-b73a-73a46a262cc2" providerId="ADAL" clId="{573F0088-5799-4D27-9BD4-B6DBFA2A3DE4}" dt="2026-07-14T02:52:15.244" v="1617" actId="478"/>
          <ac:picMkLst>
            <pc:docMk/>
            <pc:sldMk cId="2931907983" sldId="468"/>
            <ac:picMk id="18" creationId="{CBB06C9D-38DB-21D1-13FD-4AF7604CE5D4}"/>
          </ac:picMkLst>
        </pc:picChg>
        <pc:picChg chg="add del mod">
          <ac:chgData name="Sebastian Sproviero" userId="d4a2920c-bf1d-4f95-b73a-73a46a262cc2" providerId="ADAL" clId="{573F0088-5799-4D27-9BD4-B6DBFA2A3DE4}" dt="2026-07-14T02:51:17.536" v="1610" actId="478"/>
          <ac:picMkLst>
            <pc:docMk/>
            <pc:sldMk cId="2931907983" sldId="468"/>
            <ac:picMk id="21" creationId="{D69663BB-104D-75C5-BFDC-2F9DC443C58C}"/>
          </ac:picMkLst>
        </pc:picChg>
        <pc:picChg chg="add del mod">
          <ac:chgData name="Sebastian Sproviero" userId="d4a2920c-bf1d-4f95-b73a-73a46a262cc2" providerId="ADAL" clId="{573F0088-5799-4D27-9BD4-B6DBFA2A3DE4}" dt="2026-07-14T02:54:05.007" v="1632" actId="478"/>
          <ac:picMkLst>
            <pc:docMk/>
            <pc:sldMk cId="2931907983" sldId="468"/>
            <ac:picMk id="24" creationId="{D14D77B4-2E6F-BEA1-149D-F938724DD978}"/>
          </ac:picMkLst>
        </pc:picChg>
        <pc:picChg chg="add mod">
          <ac:chgData name="Sebastian Sproviero" userId="d4a2920c-bf1d-4f95-b73a-73a46a262cc2" providerId="ADAL" clId="{573F0088-5799-4D27-9BD4-B6DBFA2A3DE4}" dt="2026-07-14T02:52:48.558" v="1625" actId="1076"/>
          <ac:picMkLst>
            <pc:docMk/>
            <pc:sldMk cId="2931907983" sldId="468"/>
            <ac:picMk id="27" creationId="{2DEC9246-3347-CE38-37C8-FDC4131F1D30}"/>
          </ac:picMkLst>
        </pc:picChg>
        <pc:picChg chg="add del mod">
          <ac:chgData name="Sebastian Sproviero" userId="d4a2920c-bf1d-4f95-b73a-73a46a262cc2" providerId="ADAL" clId="{573F0088-5799-4D27-9BD4-B6DBFA2A3DE4}" dt="2026-07-14T02:56:11.488" v="1637" actId="478"/>
          <ac:picMkLst>
            <pc:docMk/>
            <pc:sldMk cId="2931907983" sldId="468"/>
            <ac:picMk id="30" creationId="{008C8604-745F-CD00-D840-7F6C6F375493}"/>
          </ac:picMkLst>
        </pc:picChg>
        <pc:picChg chg="add mod">
          <ac:chgData name="Sebastian Sproviero" userId="d4a2920c-bf1d-4f95-b73a-73a46a262cc2" providerId="ADAL" clId="{573F0088-5799-4D27-9BD4-B6DBFA2A3DE4}" dt="2026-07-14T02:56:28.043" v="1645" actId="1038"/>
          <ac:picMkLst>
            <pc:docMk/>
            <pc:sldMk cId="2931907983" sldId="468"/>
            <ac:picMk id="33" creationId="{E857DB1B-44DE-BAEE-56F3-2A14A97994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809F5-C6DA-BF46-A524-301DF070C29C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2CA62-0582-9B4B-9A93-7B575697579A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79007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2CA62-0582-9B4B-9A93-7B575697579A}" type="slidenum">
              <a:rPr lang="es-AR" smtClean="0"/>
              <a:t>1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8976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6.png"/><Relationship Id="rId18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17" Type="http://schemas.openxmlformats.org/officeDocument/2006/relationships/image" Target="../media/image9.png"/><Relationship Id="rId2" Type="http://schemas.openxmlformats.org/officeDocument/2006/relationships/image" Target="../media/image17.jpg"/><Relationship Id="rId16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11" Type="http://schemas.openxmlformats.org/officeDocument/2006/relationships/image" Target="../media/image3.png"/><Relationship Id="rId5" Type="http://schemas.openxmlformats.org/officeDocument/2006/relationships/image" Target="../media/image20.png"/><Relationship Id="rId15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19.jpg"/><Relationship Id="rId9" Type="http://schemas.openxmlformats.org/officeDocument/2006/relationships/image" Target="../media/image24.png"/><Relationship Id="rId1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368F6-1ECF-BE40-8989-E6FA9450E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FDA7E-E3B0-5440-8D27-F8D68FDDD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2C72D-AE5A-3D42-A785-E6E31042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5D1474-B9F6-9B4B-AC85-B79D3011F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FA504F-0B1D-9A4A-A3F2-DDBA8575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9195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5FAD9-B31D-5F4F-98A4-55A89B3D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48A5EB-5EFC-244E-A367-0727726E0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3BB0B8-D5D5-CC41-B929-7EA1D2D3F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0D1AFA-ED6A-C545-BF25-15BB8223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F18941-9B0A-9A4D-8FF8-9568E35F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6577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D1862-E221-6041-BE43-810CF911D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0AB5AB-5AB5-214B-86EC-FB1E13B3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75E5A-E2C4-DE4E-AE7E-BB022756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61BE3-ED44-8C4E-9795-7C33D935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682044-19E5-3443-83DC-B3D47C240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5154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336E1-0DAD-124B-AB43-9468BE7E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D3BC53-932D-1F41-BE07-6006746BB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7B0AC1-C3E2-3842-99C9-192F3AF37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29C84D-DEE9-304F-ABB7-C997A13D1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0EDB62-07C5-9146-B2D8-F699C338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23CE1F-FE6B-B543-9194-2DCCA8CC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2962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0C7DA-E285-9947-862C-B4D7BA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7F7E91-53C6-EC40-B674-71A3037C5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5368D-DFF2-FF4C-8E69-B57E5D1C0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4E0695-98F8-5F42-94D8-4D668A8B4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FC4B4C-5827-E147-923D-2EDE5D113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2335DC-EEC8-9B45-AA90-DDF5E8AC4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20FB4E-1E5B-2745-A3E7-61B459AF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1A3B99-EB77-6749-8AB8-B835A240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980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6A747-02B7-FE41-96B1-AD58B396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C97643-C8EC-5B4B-8368-4CC59FC7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27589F-3C8A-2D48-8F2A-4E830A0E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E502AB-FE73-F04A-82CE-113F02CE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7467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2427BD-915A-EE49-85E2-703058F4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D34E38-81E7-5F4D-901C-D7B21DC1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B5447E-E66D-AA40-95A4-F130AAA5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0402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5C454-BDB7-5646-BFF9-6B10948B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230FE9-F6CF-6B4C-85D0-4E16F8FC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A4592B-AB4C-054A-8B61-1CD7A9325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9B8F33-61F4-BF40-B68C-C5AE04C9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0536C9-AA51-5143-9904-13FB963D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1307BA-B9AE-354C-B415-838A0902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6132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0CB33-9DB5-9D48-A10A-4C5F4251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35B145-386B-B647-B1B9-E42D63A18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706403-06FA-3E4B-AC0A-7E5468BFF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2808FF-CCC6-A840-BC05-733698FEB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3375CE-FA80-6842-89B1-55EFD566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43EC69-4016-4047-BB5B-2418338D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6738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D0310-8EE1-E74D-B9A7-E073AA48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E71582-1C3A-7A4C-9B79-6DB1EC48C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2726-40E8-794B-BB8B-4CDD91A7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A611EB-2127-0644-89C1-6133BCA3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3C4F0E-2A3B-904F-BE43-9A9281BA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466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83F5B3-F7D3-5E4A-A756-710A559B5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83733A-9D6F-AB48-A6CE-C8E9ED4F1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42DBBF-0342-474C-9CF0-910C315D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1A333C-904B-CC4B-9BF5-678807C2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1E85E5-235E-6B41-85CB-58BC39B7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22219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Legal Balanz Capi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3" y="0"/>
                </a:moveTo>
                <a:lnTo>
                  <a:pt x="0" y="0"/>
                </a:lnTo>
                <a:lnTo>
                  <a:pt x="0" y="6858000"/>
                </a:lnTo>
                <a:lnTo>
                  <a:pt x="12193193" y="6858000"/>
                </a:lnTo>
                <a:lnTo>
                  <a:pt x="12193193" y="0"/>
                </a:lnTo>
                <a:close/>
              </a:path>
            </a:pathLst>
          </a:custGeom>
          <a:solidFill>
            <a:srgbClr val="07214F">
              <a:alpha val="50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133935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F6A2CA34-72E1-C54F-8FA1-1C18B30984D1}"/>
              </a:ext>
            </a:extLst>
          </p:cNvPr>
          <p:cNvSpPr txBox="1"/>
          <p:nvPr userDrawn="1"/>
        </p:nvSpPr>
        <p:spPr>
          <a:xfrm>
            <a:off x="366179" y="5557540"/>
            <a:ext cx="1146238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Esta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presentación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(la</a:t>
            </a:r>
            <a:r>
              <a:rPr sz="900" spc="-9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“Presentación”)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es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estrictamente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confidencial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ha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sido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preparada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por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Balanz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Capital</a:t>
            </a:r>
            <a:r>
              <a:rPr sz="900" spc="-4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Myriad Pro"/>
                <a:cs typeface="Myriad Pro"/>
              </a:rPr>
              <a:t>Valores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S.A.U.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(“BCV”)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para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las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personas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las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que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fue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dirigida,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no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debe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ser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modo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alguno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divulgada,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distribuida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ni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 err="1">
                <a:solidFill>
                  <a:srgbClr val="FFFFFF"/>
                </a:solidFill>
                <a:latin typeface="Myriad Pro"/>
                <a:cs typeface="Myriad Pro"/>
              </a:rPr>
              <a:t>reproducida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lang="es-MX" sz="900" spc="-15" dirty="0">
                <a:solidFill>
                  <a:srgbClr val="FFFFFF"/>
                </a:solidFill>
                <a:latin typeface="Myriad Pro"/>
                <a:cs typeface="Myriad Pro"/>
              </a:rPr>
              <a:t>públicamente </a:t>
            </a:r>
            <a:r>
              <a:rPr lang="es-AR" sz="900" spc="-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(ya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sea en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todo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y/o en parte), sin el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consentimiento previo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2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Myriad Pro"/>
                <a:cs typeface="Myriad Pro"/>
              </a:rPr>
              <a:t>BCV.</a:t>
            </a:r>
            <a:endParaRPr sz="900" dirty="0">
              <a:latin typeface="Myriad Pro"/>
              <a:cs typeface="Myriad Pro"/>
            </a:endParaRPr>
          </a:p>
          <a:p>
            <a:pPr marL="12700" marR="5715" algn="just">
              <a:lnSpc>
                <a:spcPct val="100000"/>
              </a:lnSpc>
            </a:pP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Fue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realizada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con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información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accesible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al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público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en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general,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sin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ninguna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verificación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independiente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Myriad Pro"/>
                <a:cs typeface="Myriad Pro"/>
              </a:rPr>
              <a:t>BCV,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fecha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Presentación.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BCV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no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asume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obligación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actualizarla.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Nada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lo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contenido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en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Presentación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debe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ser</a:t>
            </a:r>
            <a:r>
              <a:rPr sz="9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 err="1">
                <a:solidFill>
                  <a:srgbClr val="FFFFFF"/>
                </a:solidFill>
                <a:latin typeface="Myriad Pro"/>
                <a:cs typeface="Myriad Pro"/>
              </a:rPr>
              <a:t>considera</a:t>
            </a:r>
            <a:r>
              <a:rPr sz="900" dirty="0" err="1">
                <a:solidFill>
                  <a:srgbClr val="FFFFFF"/>
                </a:solidFill>
                <a:latin typeface="Myriad Pro"/>
                <a:cs typeface="Myriad Pro"/>
              </a:rPr>
              <a:t>do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como asesoramiento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inversión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ni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como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un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compromiso,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en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cuanto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al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pasado, presente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y/o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futuro,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ni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como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una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recomendación legal, impositiva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y/o de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inversión.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BCV no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será responsable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 las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conclusiones,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las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interpretaciones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y/o los  cálculos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resultantes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lectura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presente.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Quien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reciba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esta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Presentación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deberá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consultar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sus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asesores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 legales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y/o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financieros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para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realizar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sus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estimaciones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y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sus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propias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conclusiones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lo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referido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en</a:t>
            </a:r>
            <a:r>
              <a:rPr sz="900" spc="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esta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Presentación.</a:t>
            </a:r>
            <a:endParaRPr sz="900" dirty="0">
              <a:latin typeface="Myriad Pro"/>
              <a:cs typeface="Myriad Pro"/>
            </a:endParaRPr>
          </a:p>
          <a:p>
            <a:pPr marL="12700" marR="5715" algn="just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Balanz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Capital </a:t>
            </a:r>
            <a:r>
              <a:rPr sz="900" spc="-10" dirty="0">
                <a:solidFill>
                  <a:srgbClr val="FFFFFF"/>
                </a:solidFill>
                <a:latin typeface="Myriad Pro"/>
                <a:cs typeface="Myriad Pro"/>
              </a:rPr>
              <a:t>Valores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S.A.U. </a:t>
            </a:r>
            <a:r>
              <a:rPr sz="900" spc="-30" dirty="0">
                <a:solidFill>
                  <a:srgbClr val="FFFFFF"/>
                </a:solidFill>
                <a:latin typeface="Myriad Pro"/>
                <a:cs typeface="Myriad Pro"/>
              </a:rPr>
              <a:t>ALYC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N° 210 y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ACD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N° 62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ante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 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CNV.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Inscripto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IGJ N° 13981 del L. 40, </a:t>
            </a:r>
            <a:r>
              <a:rPr sz="900" spc="-30" dirty="0">
                <a:solidFill>
                  <a:srgbClr val="FFFFFF"/>
                </a:solidFill>
                <a:latin typeface="Myriad Pro"/>
                <a:cs typeface="Myriad Pro"/>
              </a:rPr>
              <a:t>T.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–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SOCIEDAD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POR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ACCIONES CUIT: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30-71063067-0. Balanz Sociedad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Gerente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Fondos Comunes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de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Inversión S.A.U.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AAPIC de FCI N° 32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ante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la  </a:t>
            </a:r>
            <a:r>
              <a:rPr sz="900" spc="-15" dirty="0">
                <a:solidFill>
                  <a:srgbClr val="FFFFFF"/>
                </a:solidFill>
                <a:latin typeface="Myriad Pro"/>
                <a:cs typeface="Myriad Pro"/>
              </a:rPr>
              <a:t>CNV.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INSCRIPTO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IGJ N° 13981 DEL L. 40, </a:t>
            </a:r>
            <a:r>
              <a:rPr sz="900" spc="-30" dirty="0">
                <a:solidFill>
                  <a:srgbClr val="FFFFFF"/>
                </a:solidFill>
                <a:latin typeface="Myriad Pro"/>
                <a:cs typeface="Myriad Pro"/>
              </a:rPr>
              <a:t>T.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–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SOCIEDAD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POR </a:t>
            </a:r>
            <a:r>
              <a:rPr sz="900" spc="-5" dirty="0">
                <a:solidFill>
                  <a:srgbClr val="FFFFFF"/>
                </a:solidFill>
                <a:latin typeface="Myriad Pro"/>
                <a:cs typeface="Myriad Pro"/>
              </a:rPr>
              <a:t>ACCIONES CUIT:</a:t>
            </a:r>
            <a:r>
              <a:rPr sz="900" spc="1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900" dirty="0">
                <a:solidFill>
                  <a:srgbClr val="FFFFFF"/>
                </a:solidFill>
                <a:latin typeface="Myriad Pro"/>
                <a:cs typeface="Myriad Pro"/>
              </a:rPr>
              <a:t>30-71063067-0.</a:t>
            </a:r>
            <a:endParaRPr sz="900" dirty="0">
              <a:latin typeface="Myriad Pro"/>
              <a:cs typeface="Myriad Pro"/>
            </a:endParaRP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8B6F1518-6E65-994A-814C-64052A1E29C6}"/>
              </a:ext>
            </a:extLst>
          </p:cNvPr>
          <p:cNvGrpSpPr/>
          <p:nvPr userDrawn="1"/>
        </p:nvGrpSpPr>
        <p:grpSpPr>
          <a:xfrm>
            <a:off x="2262576" y="2781785"/>
            <a:ext cx="2844165" cy="1035685"/>
            <a:chOff x="2262576" y="2781785"/>
            <a:chExt cx="2844165" cy="1035685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19C95CA0-E3DA-AC4C-BE36-156A2094E6B4}"/>
                </a:ext>
              </a:extLst>
            </p:cNvPr>
            <p:cNvSpPr/>
            <p:nvPr/>
          </p:nvSpPr>
          <p:spPr>
            <a:xfrm>
              <a:off x="2262568" y="2781795"/>
              <a:ext cx="2843530" cy="512445"/>
            </a:xfrm>
            <a:custGeom>
              <a:avLst/>
              <a:gdLst/>
              <a:ahLst/>
              <a:cxnLst/>
              <a:rect l="l" t="t" r="r" b="b"/>
              <a:pathLst>
                <a:path w="2843529" h="512445">
                  <a:moveTo>
                    <a:pt x="428840" y="363677"/>
                  </a:moveTo>
                  <a:lnTo>
                    <a:pt x="422948" y="318985"/>
                  </a:lnTo>
                  <a:lnTo>
                    <a:pt x="406450" y="284022"/>
                  </a:lnTo>
                  <a:lnTo>
                    <a:pt x="375932" y="252717"/>
                  </a:lnTo>
                  <a:lnTo>
                    <a:pt x="334949" y="233832"/>
                  </a:lnTo>
                  <a:lnTo>
                    <a:pt x="364553" y="215125"/>
                  </a:lnTo>
                  <a:lnTo>
                    <a:pt x="371690" y="207289"/>
                  </a:lnTo>
                  <a:lnTo>
                    <a:pt x="386372" y="191173"/>
                  </a:lnTo>
                  <a:lnTo>
                    <a:pt x="399872" y="161836"/>
                  </a:lnTo>
                  <a:lnTo>
                    <a:pt x="398437" y="87541"/>
                  </a:lnTo>
                  <a:lnTo>
                    <a:pt x="375018" y="41071"/>
                  </a:lnTo>
                  <a:lnTo>
                    <a:pt x="340664" y="17233"/>
                  </a:lnTo>
                  <a:lnTo>
                    <a:pt x="316318" y="10147"/>
                  </a:lnTo>
                  <a:lnTo>
                    <a:pt x="316318" y="357200"/>
                  </a:lnTo>
                  <a:lnTo>
                    <a:pt x="309575" y="390118"/>
                  </a:lnTo>
                  <a:lnTo>
                    <a:pt x="291388" y="410806"/>
                  </a:lnTo>
                  <a:lnTo>
                    <a:pt x="264871" y="421538"/>
                  </a:lnTo>
                  <a:lnTo>
                    <a:pt x="233121" y="424611"/>
                  </a:lnTo>
                  <a:lnTo>
                    <a:pt x="112585" y="424611"/>
                  </a:lnTo>
                  <a:lnTo>
                    <a:pt x="112585" y="284022"/>
                  </a:lnTo>
                  <a:lnTo>
                    <a:pt x="235229" y="284022"/>
                  </a:lnTo>
                  <a:lnTo>
                    <a:pt x="268173" y="288099"/>
                  </a:lnTo>
                  <a:lnTo>
                    <a:pt x="293789" y="300990"/>
                  </a:lnTo>
                  <a:lnTo>
                    <a:pt x="310400" y="323697"/>
                  </a:lnTo>
                  <a:lnTo>
                    <a:pt x="316318" y="357200"/>
                  </a:lnTo>
                  <a:lnTo>
                    <a:pt x="316318" y="10147"/>
                  </a:lnTo>
                  <a:lnTo>
                    <a:pt x="295452" y="4064"/>
                  </a:lnTo>
                  <a:lnTo>
                    <a:pt x="295452" y="146329"/>
                  </a:lnTo>
                  <a:lnTo>
                    <a:pt x="290245" y="174002"/>
                  </a:lnTo>
                  <a:lnTo>
                    <a:pt x="275844" y="192951"/>
                  </a:lnTo>
                  <a:lnTo>
                    <a:pt x="254025" y="203822"/>
                  </a:lnTo>
                  <a:lnTo>
                    <a:pt x="226606" y="207289"/>
                  </a:lnTo>
                  <a:lnTo>
                    <a:pt x="112585" y="207289"/>
                  </a:lnTo>
                  <a:lnTo>
                    <a:pt x="112585" y="87541"/>
                  </a:lnTo>
                  <a:lnTo>
                    <a:pt x="218008" y="87541"/>
                  </a:lnTo>
                  <a:lnTo>
                    <a:pt x="247065" y="89865"/>
                  </a:lnTo>
                  <a:lnTo>
                    <a:pt x="271805" y="98640"/>
                  </a:lnTo>
                  <a:lnTo>
                    <a:pt x="289001" y="116560"/>
                  </a:lnTo>
                  <a:lnTo>
                    <a:pt x="295452" y="146329"/>
                  </a:lnTo>
                  <a:lnTo>
                    <a:pt x="295452" y="4064"/>
                  </a:lnTo>
                  <a:lnTo>
                    <a:pt x="240969" y="0"/>
                  </a:lnTo>
                  <a:lnTo>
                    <a:pt x="0" y="0"/>
                  </a:lnTo>
                  <a:lnTo>
                    <a:pt x="0" y="512114"/>
                  </a:lnTo>
                  <a:lnTo>
                    <a:pt x="248132" y="512114"/>
                  </a:lnTo>
                  <a:lnTo>
                    <a:pt x="293636" y="508342"/>
                  </a:lnTo>
                  <a:lnTo>
                    <a:pt x="336092" y="496735"/>
                  </a:lnTo>
                  <a:lnTo>
                    <a:pt x="373176" y="476872"/>
                  </a:lnTo>
                  <a:lnTo>
                    <a:pt x="402551" y="448360"/>
                  </a:lnTo>
                  <a:lnTo>
                    <a:pt x="414756" y="424611"/>
                  </a:lnTo>
                  <a:lnTo>
                    <a:pt x="421881" y="410756"/>
                  </a:lnTo>
                  <a:lnTo>
                    <a:pt x="428840" y="363677"/>
                  </a:lnTo>
                  <a:close/>
                </a:path>
                <a:path w="2843529" h="512445">
                  <a:moveTo>
                    <a:pt x="951712" y="512114"/>
                  </a:moveTo>
                  <a:lnTo>
                    <a:pt x="909078" y="398068"/>
                  </a:lnTo>
                  <a:lnTo>
                    <a:pt x="877697" y="314172"/>
                  </a:lnTo>
                  <a:lnTo>
                    <a:pt x="807440" y="126263"/>
                  </a:lnTo>
                  <a:lnTo>
                    <a:pt x="766699" y="17322"/>
                  </a:lnTo>
                  <a:lnTo>
                    <a:pt x="766699" y="314172"/>
                  </a:lnTo>
                  <a:lnTo>
                    <a:pt x="634022" y="314172"/>
                  </a:lnTo>
                  <a:lnTo>
                    <a:pt x="700747" y="126263"/>
                  </a:lnTo>
                  <a:lnTo>
                    <a:pt x="702119" y="126263"/>
                  </a:lnTo>
                  <a:lnTo>
                    <a:pt x="766699" y="314172"/>
                  </a:lnTo>
                  <a:lnTo>
                    <a:pt x="766699" y="17322"/>
                  </a:lnTo>
                  <a:lnTo>
                    <a:pt x="760222" y="0"/>
                  </a:lnTo>
                  <a:lnTo>
                    <a:pt x="644766" y="0"/>
                  </a:lnTo>
                  <a:lnTo>
                    <a:pt x="450342" y="512114"/>
                  </a:lnTo>
                  <a:lnTo>
                    <a:pt x="564489" y="512114"/>
                  </a:lnTo>
                  <a:lnTo>
                    <a:pt x="604608" y="398068"/>
                  </a:lnTo>
                  <a:lnTo>
                    <a:pt x="796074" y="398068"/>
                  </a:lnTo>
                  <a:lnTo>
                    <a:pt x="834796" y="512114"/>
                  </a:lnTo>
                  <a:lnTo>
                    <a:pt x="951712" y="512114"/>
                  </a:lnTo>
                  <a:close/>
                </a:path>
                <a:path w="2843529" h="512445">
                  <a:moveTo>
                    <a:pt x="1358455" y="417830"/>
                  </a:moveTo>
                  <a:lnTo>
                    <a:pt x="1108824" y="417830"/>
                  </a:lnTo>
                  <a:lnTo>
                    <a:pt x="1108824" y="0"/>
                  </a:lnTo>
                  <a:lnTo>
                    <a:pt x="996213" y="0"/>
                  </a:lnTo>
                  <a:lnTo>
                    <a:pt x="996213" y="417830"/>
                  </a:lnTo>
                  <a:lnTo>
                    <a:pt x="996213" y="511810"/>
                  </a:lnTo>
                  <a:lnTo>
                    <a:pt x="1358455" y="511810"/>
                  </a:lnTo>
                  <a:lnTo>
                    <a:pt x="1358455" y="417830"/>
                  </a:lnTo>
                  <a:close/>
                </a:path>
                <a:path w="2843529" h="512445">
                  <a:moveTo>
                    <a:pt x="1868347" y="512114"/>
                  </a:moveTo>
                  <a:lnTo>
                    <a:pt x="1825713" y="398068"/>
                  </a:lnTo>
                  <a:lnTo>
                    <a:pt x="1794344" y="314172"/>
                  </a:lnTo>
                  <a:lnTo>
                    <a:pt x="1724088" y="126263"/>
                  </a:lnTo>
                  <a:lnTo>
                    <a:pt x="1683334" y="17259"/>
                  </a:lnTo>
                  <a:lnTo>
                    <a:pt x="1683334" y="314172"/>
                  </a:lnTo>
                  <a:lnTo>
                    <a:pt x="1550657" y="314172"/>
                  </a:lnTo>
                  <a:lnTo>
                    <a:pt x="1617357" y="126263"/>
                  </a:lnTo>
                  <a:lnTo>
                    <a:pt x="1618780" y="126263"/>
                  </a:lnTo>
                  <a:lnTo>
                    <a:pt x="1683334" y="314172"/>
                  </a:lnTo>
                  <a:lnTo>
                    <a:pt x="1683334" y="17259"/>
                  </a:lnTo>
                  <a:lnTo>
                    <a:pt x="1676882" y="0"/>
                  </a:lnTo>
                  <a:lnTo>
                    <a:pt x="1561376" y="0"/>
                  </a:lnTo>
                  <a:lnTo>
                    <a:pt x="1367040" y="512114"/>
                  </a:lnTo>
                  <a:lnTo>
                    <a:pt x="1481086" y="512114"/>
                  </a:lnTo>
                  <a:lnTo>
                    <a:pt x="1521244" y="398068"/>
                  </a:lnTo>
                  <a:lnTo>
                    <a:pt x="1712747" y="398068"/>
                  </a:lnTo>
                  <a:lnTo>
                    <a:pt x="1751431" y="512114"/>
                  </a:lnTo>
                  <a:lnTo>
                    <a:pt x="1868347" y="512114"/>
                  </a:lnTo>
                  <a:close/>
                </a:path>
                <a:path w="2843529" h="512445">
                  <a:moveTo>
                    <a:pt x="2345296" y="0"/>
                  </a:moveTo>
                  <a:lnTo>
                    <a:pt x="2239848" y="0"/>
                  </a:lnTo>
                  <a:lnTo>
                    <a:pt x="2239848" y="343547"/>
                  </a:lnTo>
                  <a:lnTo>
                    <a:pt x="2238413" y="343547"/>
                  </a:lnTo>
                  <a:lnTo>
                    <a:pt x="2024710" y="0"/>
                  </a:lnTo>
                  <a:lnTo>
                    <a:pt x="1912810" y="0"/>
                  </a:lnTo>
                  <a:lnTo>
                    <a:pt x="1912810" y="512114"/>
                  </a:lnTo>
                  <a:lnTo>
                    <a:pt x="2018296" y="512114"/>
                  </a:lnTo>
                  <a:lnTo>
                    <a:pt x="2018296" y="169316"/>
                  </a:lnTo>
                  <a:lnTo>
                    <a:pt x="2019731" y="169316"/>
                  </a:lnTo>
                  <a:lnTo>
                    <a:pt x="2232749" y="512114"/>
                  </a:lnTo>
                  <a:lnTo>
                    <a:pt x="2345296" y="512114"/>
                  </a:lnTo>
                  <a:lnTo>
                    <a:pt x="2345296" y="0"/>
                  </a:lnTo>
                  <a:close/>
                </a:path>
                <a:path w="2843529" h="512445">
                  <a:moveTo>
                    <a:pt x="2843047" y="417449"/>
                  </a:moveTo>
                  <a:lnTo>
                    <a:pt x="2561209" y="417449"/>
                  </a:lnTo>
                  <a:lnTo>
                    <a:pt x="2835910" y="88976"/>
                  </a:lnTo>
                  <a:lnTo>
                    <a:pt x="2835910" y="0"/>
                  </a:lnTo>
                  <a:lnTo>
                    <a:pt x="2432799" y="0"/>
                  </a:lnTo>
                  <a:lnTo>
                    <a:pt x="2432799" y="94703"/>
                  </a:lnTo>
                  <a:lnTo>
                    <a:pt x="2685973" y="94703"/>
                  </a:lnTo>
                  <a:lnTo>
                    <a:pt x="2411336" y="423176"/>
                  </a:lnTo>
                  <a:lnTo>
                    <a:pt x="2411336" y="512114"/>
                  </a:lnTo>
                  <a:lnTo>
                    <a:pt x="2843047" y="512114"/>
                  </a:lnTo>
                  <a:lnTo>
                    <a:pt x="2843047" y="417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3D21C856-E4F4-084D-AA60-34E053786598}"/>
                </a:ext>
              </a:extLst>
            </p:cNvPr>
            <p:cNvSpPr/>
            <p:nvPr/>
          </p:nvSpPr>
          <p:spPr>
            <a:xfrm>
              <a:off x="2279879" y="3689850"/>
              <a:ext cx="70091" cy="1257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C51EDF4C-9E3F-B944-A66A-9B6BEF26DCDA}"/>
                </a:ext>
              </a:extLst>
            </p:cNvPr>
            <p:cNvSpPr/>
            <p:nvPr/>
          </p:nvSpPr>
          <p:spPr>
            <a:xfrm>
              <a:off x="2404746" y="3689852"/>
              <a:ext cx="96253" cy="12746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273E4F4F-9996-3B4A-8DA4-4638AD2130D1}"/>
                </a:ext>
              </a:extLst>
            </p:cNvPr>
            <p:cNvSpPr/>
            <p:nvPr/>
          </p:nvSpPr>
          <p:spPr>
            <a:xfrm>
              <a:off x="2569514" y="3689857"/>
              <a:ext cx="349250" cy="126364"/>
            </a:xfrm>
            <a:custGeom>
              <a:avLst/>
              <a:gdLst/>
              <a:ahLst/>
              <a:cxnLst/>
              <a:rect l="l" t="t" r="r" b="b"/>
              <a:pathLst>
                <a:path w="349250" h="126364">
                  <a:moveTo>
                    <a:pt x="70091" y="113055"/>
                  </a:moveTo>
                  <a:lnTo>
                    <a:pt x="14617" y="113055"/>
                  </a:lnTo>
                  <a:lnTo>
                    <a:pt x="14617" y="25"/>
                  </a:lnTo>
                  <a:lnTo>
                    <a:pt x="0" y="25"/>
                  </a:lnTo>
                  <a:lnTo>
                    <a:pt x="0" y="113055"/>
                  </a:lnTo>
                  <a:lnTo>
                    <a:pt x="0" y="125755"/>
                  </a:lnTo>
                  <a:lnTo>
                    <a:pt x="70091" y="125755"/>
                  </a:lnTo>
                  <a:lnTo>
                    <a:pt x="70091" y="113055"/>
                  </a:lnTo>
                  <a:close/>
                </a:path>
                <a:path w="349250" h="126364">
                  <a:moveTo>
                    <a:pt x="196761" y="113055"/>
                  </a:moveTo>
                  <a:lnTo>
                    <a:pt x="141287" y="113055"/>
                  </a:lnTo>
                  <a:lnTo>
                    <a:pt x="141287" y="25"/>
                  </a:lnTo>
                  <a:lnTo>
                    <a:pt x="126669" y="25"/>
                  </a:lnTo>
                  <a:lnTo>
                    <a:pt x="126669" y="113055"/>
                  </a:lnTo>
                  <a:lnTo>
                    <a:pt x="126669" y="125755"/>
                  </a:lnTo>
                  <a:lnTo>
                    <a:pt x="196761" y="125755"/>
                  </a:lnTo>
                  <a:lnTo>
                    <a:pt x="196761" y="113055"/>
                  </a:lnTo>
                  <a:close/>
                </a:path>
                <a:path w="349250" h="126364">
                  <a:moveTo>
                    <a:pt x="348945" y="0"/>
                  </a:moveTo>
                  <a:lnTo>
                    <a:pt x="334327" y="0"/>
                  </a:lnTo>
                  <a:lnTo>
                    <a:pt x="334327" y="125755"/>
                  </a:lnTo>
                  <a:lnTo>
                    <a:pt x="348945" y="125755"/>
                  </a:lnTo>
                  <a:lnTo>
                    <a:pt x="348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DA4545F5-C2C1-934E-9D99-F0F6BA2383D3}"/>
                </a:ext>
              </a:extLst>
            </p:cNvPr>
            <p:cNvSpPr/>
            <p:nvPr/>
          </p:nvSpPr>
          <p:spPr>
            <a:xfrm>
              <a:off x="2988208" y="3689850"/>
              <a:ext cx="98221" cy="125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A6E017C1-C72E-7C4A-BF4C-489D0439364F}"/>
                </a:ext>
              </a:extLst>
            </p:cNvPr>
            <p:cNvSpPr/>
            <p:nvPr/>
          </p:nvSpPr>
          <p:spPr>
            <a:xfrm>
              <a:off x="3296333" y="3689850"/>
              <a:ext cx="70091" cy="125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3DCC7CE0-8C80-6742-9B76-8CA0BC2CBE35}"/>
                </a:ext>
              </a:extLst>
            </p:cNvPr>
            <p:cNvSpPr/>
            <p:nvPr/>
          </p:nvSpPr>
          <p:spPr>
            <a:xfrm>
              <a:off x="3138949" y="3689852"/>
              <a:ext cx="104851" cy="1257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1">
              <a:extLst>
                <a:ext uri="{FF2B5EF4-FFF2-40B4-BE49-F238E27FC236}">
                  <a16:creationId xmlns:a16="http://schemas.microsoft.com/office/drawing/2014/main" id="{ED769EA3-766F-724B-8AD4-C31491999F3E}"/>
                </a:ext>
              </a:extLst>
            </p:cNvPr>
            <p:cNvSpPr/>
            <p:nvPr/>
          </p:nvSpPr>
          <p:spPr>
            <a:xfrm>
              <a:off x="3421381" y="3688035"/>
              <a:ext cx="79121" cy="12928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2E096DAB-ECFD-6D41-BAEF-1A433F5762EC}"/>
                </a:ext>
              </a:extLst>
            </p:cNvPr>
            <p:cNvSpPr/>
            <p:nvPr/>
          </p:nvSpPr>
          <p:spPr>
            <a:xfrm>
              <a:off x="3545713" y="3689883"/>
              <a:ext cx="94615" cy="125730"/>
            </a:xfrm>
            <a:custGeom>
              <a:avLst/>
              <a:gdLst/>
              <a:ahLst/>
              <a:cxnLst/>
              <a:rect l="l" t="t" r="r" b="b"/>
              <a:pathLst>
                <a:path w="94614" h="125729">
                  <a:moveTo>
                    <a:pt x="9427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9839" y="12700"/>
                  </a:lnTo>
                  <a:lnTo>
                    <a:pt x="39839" y="125730"/>
                  </a:lnTo>
                  <a:lnTo>
                    <a:pt x="54457" y="125730"/>
                  </a:lnTo>
                  <a:lnTo>
                    <a:pt x="54457" y="12700"/>
                  </a:lnTo>
                  <a:lnTo>
                    <a:pt x="94272" y="12700"/>
                  </a:lnTo>
                  <a:lnTo>
                    <a:pt x="94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D1C176F5-0D25-A841-B854-400041FF67C1}"/>
                </a:ext>
              </a:extLst>
            </p:cNvPr>
            <p:cNvSpPr/>
            <p:nvPr/>
          </p:nvSpPr>
          <p:spPr>
            <a:xfrm>
              <a:off x="3694160" y="3689850"/>
              <a:ext cx="124548" cy="12575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D7D5C9B4-A946-A147-B7A5-29D9683B223C}"/>
                </a:ext>
              </a:extLst>
            </p:cNvPr>
            <p:cNvSpPr/>
            <p:nvPr/>
          </p:nvSpPr>
          <p:spPr>
            <a:xfrm>
              <a:off x="3888433" y="3689850"/>
              <a:ext cx="70091" cy="125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AFB8B09A-9B77-384D-AE77-D576307988DF}"/>
                </a:ext>
              </a:extLst>
            </p:cNvPr>
            <p:cNvSpPr/>
            <p:nvPr/>
          </p:nvSpPr>
          <p:spPr>
            <a:xfrm>
              <a:off x="4021639" y="3689850"/>
              <a:ext cx="98221" cy="125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68C4A9D6-2C55-584D-A3C2-C81528047881}"/>
                </a:ext>
              </a:extLst>
            </p:cNvPr>
            <p:cNvSpPr/>
            <p:nvPr/>
          </p:nvSpPr>
          <p:spPr>
            <a:xfrm>
              <a:off x="4173931" y="3689883"/>
              <a:ext cx="325120" cy="125730"/>
            </a:xfrm>
            <a:custGeom>
              <a:avLst/>
              <a:gdLst/>
              <a:ahLst/>
              <a:cxnLst/>
              <a:rect l="l" t="t" r="r" b="b"/>
              <a:pathLst>
                <a:path w="325120" h="125729">
                  <a:moveTo>
                    <a:pt x="9427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9839" y="12700"/>
                  </a:lnTo>
                  <a:lnTo>
                    <a:pt x="39839" y="125730"/>
                  </a:lnTo>
                  <a:lnTo>
                    <a:pt x="54457" y="125730"/>
                  </a:lnTo>
                  <a:lnTo>
                    <a:pt x="54457" y="12700"/>
                  </a:lnTo>
                  <a:lnTo>
                    <a:pt x="94272" y="12700"/>
                  </a:lnTo>
                  <a:lnTo>
                    <a:pt x="94272" y="0"/>
                  </a:lnTo>
                  <a:close/>
                </a:path>
                <a:path w="325120" h="125729">
                  <a:moveTo>
                    <a:pt x="324916" y="0"/>
                  </a:moveTo>
                  <a:lnTo>
                    <a:pt x="310299" y="0"/>
                  </a:lnTo>
                  <a:lnTo>
                    <a:pt x="310299" y="53340"/>
                  </a:lnTo>
                  <a:lnTo>
                    <a:pt x="244055" y="53340"/>
                  </a:lnTo>
                  <a:lnTo>
                    <a:pt x="244055" y="0"/>
                  </a:lnTo>
                  <a:lnTo>
                    <a:pt x="229438" y="0"/>
                  </a:lnTo>
                  <a:lnTo>
                    <a:pt x="229438" y="53340"/>
                  </a:lnTo>
                  <a:lnTo>
                    <a:pt x="229438" y="66040"/>
                  </a:lnTo>
                  <a:lnTo>
                    <a:pt x="229438" y="125730"/>
                  </a:lnTo>
                  <a:lnTo>
                    <a:pt x="244055" y="125730"/>
                  </a:lnTo>
                  <a:lnTo>
                    <a:pt x="244055" y="66040"/>
                  </a:lnTo>
                  <a:lnTo>
                    <a:pt x="310299" y="66040"/>
                  </a:lnTo>
                  <a:lnTo>
                    <a:pt x="310299" y="125730"/>
                  </a:lnTo>
                  <a:lnTo>
                    <a:pt x="324916" y="125730"/>
                  </a:lnTo>
                  <a:lnTo>
                    <a:pt x="324916" y="66040"/>
                  </a:lnTo>
                  <a:lnTo>
                    <a:pt x="324916" y="53340"/>
                  </a:lnTo>
                  <a:lnTo>
                    <a:pt x="324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DCD33A9B-5129-9F48-95DF-C219626741D0}"/>
                </a:ext>
              </a:extLst>
            </p:cNvPr>
            <p:cNvSpPr/>
            <p:nvPr/>
          </p:nvSpPr>
          <p:spPr>
            <a:xfrm>
              <a:off x="4562043" y="3687875"/>
              <a:ext cx="115684" cy="12943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CDD51442-E32A-9A49-80A0-AB4585FF5FCD}"/>
                </a:ext>
              </a:extLst>
            </p:cNvPr>
            <p:cNvSpPr/>
            <p:nvPr/>
          </p:nvSpPr>
          <p:spPr>
            <a:xfrm>
              <a:off x="4739717" y="3689852"/>
              <a:ext cx="96253" cy="12746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64EA74AC-D2C8-404B-AB01-0C5AFC3EA9B1}"/>
                </a:ext>
              </a:extLst>
            </p:cNvPr>
            <p:cNvSpPr/>
            <p:nvPr/>
          </p:nvSpPr>
          <p:spPr>
            <a:xfrm>
              <a:off x="4896309" y="3688035"/>
              <a:ext cx="79133" cy="12928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043E28CA-C844-5548-8AD2-09D191AFA5E6}"/>
                </a:ext>
              </a:extLst>
            </p:cNvPr>
            <p:cNvSpPr/>
            <p:nvPr/>
          </p:nvSpPr>
          <p:spPr>
            <a:xfrm>
              <a:off x="5036408" y="3689850"/>
              <a:ext cx="70091" cy="12575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4342136A-C468-AB48-99DD-16DAFA498DEE}"/>
                </a:ext>
              </a:extLst>
            </p:cNvPr>
            <p:cNvSpPr/>
            <p:nvPr/>
          </p:nvSpPr>
          <p:spPr>
            <a:xfrm>
              <a:off x="2262576" y="3517013"/>
              <a:ext cx="2843530" cy="0"/>
            </a:xfrm>
            <a:custGeom>
              <a:avLst/>
              <a:gdLst/>
              <a:ahLst/>
              <a:cxnLst/>
              <a:rect l="l" t="t" r="r" b="b"/>
              <a:pathLst>
                <a:path w="2843529">
                  <a:moveTo>
                    <a:pt x="284304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2">
              <a:extLst>
                <a:ext uri="{FF2B5EF4-FFF2-40B4-BE49-F238E27FC236}">
                  <a16:creationId xmlns:a16="http://schemas.microsoft.com/office/drawing/2014/main" id="{A78A28B8-7786-0E4D-B96C-587415BDFA6F}"/>
                </a:ext>
              </a:extLst>
            </p:cNvPr>
            <p:cNvSpPr/>
            <p:nvPr/>
          </p:nvSpPr>
          <p:spPr>
            <a:xfrm>
              <a:off x="2262576" y="3517013"/>
              <a:ext cx="2843530" cy="0"/>
            </a:xfrm>
            <a:custGeom>
              <a:avLst/>
              <a:gdLst/>
              <a:ahLst/>
              <a:cxnLst/>
              <a:rect l="l" t="t" r="r" b="b"/>
              <a:pathLst>
                <a:path w="2843529">
                  <a:moveTo>
                    <a:pt x="0" y="0"/>
                  </a:moveTo>
                  <a:lnTo>
                    <a:pt x="2843047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30" name="Imagen 29">
            <a:extLst>
              <a:ext uri="{FF2B5EF4-FFF2-40B4-BE49-F238E27FC236}">
                <a16:creationId xmlns:a16="http://schemas.microsoft.com/office/drawing/2014/main" id="{A71FD0D7-F862-4590-881F-B9DE5C77B5C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584" y="4937289"/>
            <a:ext cx="349551" cy="349551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8566B1F-3746-4F49-A7D6-FDE195A7414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272" y="4937289"/>
            <a:ext cx="349551" cy="349551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4F0AC34C-E2AF-44BD-ABBC-755233D76FC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60" y="4937289"/>
            <a:ext cx="349551" cy="349551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A7FBEEE-1625-4039-846B-0F4A49D0BF7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896" y="4937289"/>
            <a:ext cx="349551" cy="34955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604988C-3B77-4AF8-A7DD-3A24FA4AFFCB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48" y="4937289"/>
            <a:ext cx="349551" cy="349551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4C9DD51C-163B-4270-987C-A17CE8776209}"/>
              </a:ext>
            </a:extLst>
          </p:cNvPr>
          <p:cNvSpPr/>
          <p:nvPr userDrawn="1"/>
        </p:nvSpPr>
        <p:spPr>
          <a:xfrm>
            <a:off x="2988208" y="4921896"/>
            <a:ext cx="2156982" cy="41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83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@Balanzcapital</a:t>
            </a:r>
          </a:p>
        </p:txBody>
      </p:sp>
    </p:spTree>
    <p:extLst>
      <p:ext uri="{BB962C8B-B14F-4D97-AF65-F5344CB8AC3E}">
        <p14:creationId xmlns:p14="http://schemas.microsoft.com/office/powerpoint/2010/main" val="3460651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407B0652-0363-9343-83B9-718AB03A2E7E}"/>
              </a:ext>
            </a:extLst>
          </p:cNvPr>
          <p:cNvGrpSpPr/>
          <p:nvPr userDrawn="1"/>
        </p:nvGrpSpPr>
        <p:grpSpPr>
          <a:xfrm>
            <a:off x="0" y="0"/>
            <a:ext cx="12193270" cy="6858000"/>
            <a:chOff x="0" y="0"/>
            <a:chExt cx="12193270" cy="68580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6B07B7F1-B86D-D146-8A7E-5BBAC4ED4E97}"/>
                </a:ext>
              </a:extLst>
            </p:cNvPr>
            <p:cNvSpPr/>
            <p:nvPr/>
          </p:nvSpPr>
          <p:spPr>
            <a:xfrm>
              <a:off x="930863" y="0"/>
              <a:ext cx="11262329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AB7A49AE-1762-6F46-BE1A-17CFAB272460}"/>
                </a:ext>
              </a:extLst>
            </p:cNvPr>
            <p:cNvSpPr/>
            <p:nvPr/>
          </p:nvSpPr>
          <p:spPr>
            <a:xfrm>
              <a:off x="4905387" y="0"/>
              <a:ext cx="6699059" cy="6857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168CA46-BF3E-BA46-84DD-64243BA0D21C}"/>
                </a:ext>
              </a:extLst>
            </p:cNvPr>
            <p:cNvSpPr/>
            <p:nvPr/>
          </p:nvSpPr>
          <p:spPr>
            <a:xfrm>
              <a:off x="0" y="0"/>
              <a:ext cx="4902263" cy="6858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35E27AFB-EDFC-1B4F-99D5-E50ADD772132}"/>
                </a:ext>
              </a:extLst>
            </p:cNvPr>
            <p:cNvSpPr/>
            <p:nvPr/>
          </p:nvSpPr>
          <p:spPr>
            <a:xfrm>
              <a:off x="0" y="0"/>
              <a:ext cx="4906010" cy="6858000"/>
            </a:xfrm>
            <a:custGeom>
              <a:avLst/>
              <a:gdLst/>
              <a:ahLst/>
              <a:cxnLst/>
              <a:rect l="l" t="t" r="r" b="b"/>
              <a:pathLst>
                <a:path w="4906010" h="6858000">
                  <a:moveTo>
                    <a:pt x="0" y="6858000"/>
                  </a:moveTo>
                  <a:lnTo>
                    <a:pt x="0" y="0"/>
                  </a:lnTo>
                  <a:lnTo>
                    <a:pt x="4905387" y="0"/>
                  </a:lnTo>
                  <a:lnTo>
                    <a:pt x="490538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7214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839CF9C-100E-944C-962F-7CAE0066A38F}"/>
                </a:ext>
              </a:extLst>
            </p:cNvPr>
            <p:cNvSpPr/>
            <p:nvPr/>
          </p:nvSpPr>
          <p:spPr>
            <a:xfrm>
              <a:off x="0" y="0"/>
              <a:ext cx="4096597" cy="68579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A24BB71C-4AD9-D44F-9B13-A82DAE6DF93C}"/>
              </a:ext>
            </a:extLst>
          </p:cNvPr>
          <p:cNvSpPr/>
          <p:nvPr/>
        </p:nvSpPr>
        <p:spPr>
          <a:xfrm>
            <a:off x="510816" y="4479269"/>
            <a:ext cx="246646" cy="2456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3C620E30-0ADB-144C-8D13-42AD30076D1C}"/>
              </a:ext>
            </a:extLst>
          </p:cNvPr>
          <p:cNvSpPr/>
          <p:nvPr/>
        </p:nvSpPr>
        <p:spPr>
          <a:xfrm>
            <a:off x="985936" y="4484618"/>
            <a:ext cx="234975" cy="2349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69FF033-DC41-CD4E-A654-3400052DD5FB}"/>
              </a:ext>
            </a:extLst>
          </p:cNvPr>
          <p:cNvSpPr/>
          <p:nvPr/>
        </p:nvSpPr>
        <p:spPr>
          <a:xfrm>
            <a:off x="1469278" y="4482441"/>
            <a:ext cx="239318" cy="23931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B883A81F-B67C-0348-ACC8-C46F050CE14E}"/>
              </a:ext>
            </a:extLst>
          </p:cNvPr>
          <p:cNvSpPr/>
          <p:nvPr/>
        </p:nvSpPr>
        <p:spPr>
          <a:xfrm>
            <a:off x="1936263" y="4485315"/>
            <a:ext cx="287655" cy="233679"/>
          </a:xfrm>
          <a:custGeom>
            <a:avLst/>
            <a:gdLst/>
            <a:ahLst/>
            <a:cxnLst/>
            <a:rect l="l" t="t" r="r" b="b"/>
            <a:pathLst>
              <a:path w="287655" h="233679">
                <a:moveTo>
                  <a:pt x="199021" y="0"/>
                </a:moveTo>
                <a:lnTo>
                  <a:pt x="176055" y="4644"/>
                </a:lnTo>
                <a:lnTo>
                  <a:pt x="157341" y="17298"/>
                </a:lnTo>
                <a:lnTo>
                  <a:pt x="144745" y="36042"/>
                </a:lnTo>
                <a:lnTo>
                  <a:pt x="140131" y="58953"/>
                </a:lnTo>
                <a:lnTo>
                  <a:pt x="140131" y="63614"/>
                </a:lnTo>
                <a:lnTo>
                  <a:pt x="140525" y="68110"/>
                </a:lnTo>
                <a:lnTo>
                  <a:pt x="141490" y="72390"/>
                </a:lnTo>
                <a:lnTo>
                  <a:pt x="105934" y="66781"/>
                </a:lnTo>
                <a:lnTo>
                  <a:pt x="73299" y="54087"/>
                </a:lnTo>
                <a:lnTo>
                  <a:pt x="44391" y="35133"/>
                </a:lnTo>
                <a:lnTo>
                  <a:pt x="20015" y="10744"/>
                </a:lnTo>
                <a:lnTo>
                  <a:pt x="16606" y="17587"/>
                </a:lnTo>
                <a:lnTo>
                  <a:pt x="14073" y="24863"/>
                </a:lnTo>
                <a:lnTo>
                  <a:pt x="12494" y="32525"/>
                </a:lnTo>
                <a:lnTo>
                  <a:pt x="11950" y="40525"/>
                </a:lnTo>
                <a:lnTo>
                  <a:pt x="13836" y="55321"/>
                </a:lnTo>
                <a:lnTo>
                  <a:pt x="19161" y="68746"/>
                </a:lnTo>
                <a:lnTo>
                  <a:pt x="27424" y="80307"/>
                </a:lnTo>
                <a:lnTo>
                  <a:pt x="38125" y="89509"/>
                </a:lnTo>
                <a:lnTo>
                  <a:pt x="31074" y="88908"/>
                </a:lnTo>
                <a:lnTo>
                  <a:pt x="24209" y="87434"/>
                </a:lnTo>
                <a:lnTo>
                  <a:pt x="17644" y="85182"/>
                </a:lnTo>
                <a:lnTo>
                  <a:pt x="11493" y="82245"/>
                </a:lnTo>
                <a:lnTo>
                  <a:pt x="15104" y="103259"/>
                </a:lnTo>
                <a:lnTo>
                  <a:pt x="25058" y="120540"/>
                </a:lnTo>
                <a:lnTo>
                  <a:pt x="40034" y="133476"/>
                </a:lnTo>
                <a:lnTo>
                  <a:pt x="58712" y="140804"/>
                </a:lnTo>
                <a:lnTo>
                  <a:pt x="53911" y="142113"/>
                </a:lnTo>
                <a:lnTo>
                  <a:pt x="48691" y="142748"/>
                </a:lnTo>
                <a:lnTo>
                  <a:pt x="39484" y="142748"/>
                </a:lnTo>
                <a:lnTo>
                  <a:pt x="35674" y="142532"/>
                </a:lnTo>
                <a:lnTo>
                  <a:pt x="32105" y="141744"/>
                </a:lnTo>
                <a:lnTo>
                  <a:pt x="40306" y="157929"/>
                </a:lnTo>
                <a:lnTo>
                  <a:pt x="52838" y="170818"/>
                </a:lnTo>
                <a:lnTo>
                  <a:pt x="68770" y="179435"/>
                </a:lnTo>
                <a:lnTo>
                  <a:pt x="87172" y="182803"/>
                </a:lnTo>
                <a:lnTo>
                  <a:pt x="71171" y="193347"/>
                </a:lnTo>
                <a:lnTo>
                  <a:pt x="53454" y="201252"/>
                </a:lnTo>
                <a:lnTo>
                  <a:pt x="34326" y="206215"/>
                </a:lnTo>
                <a:lnTo>
                  <a:pt x="14096" y="207937"/>
                </a:lnTo>
                <a:lnTo>
                  <a:pt x="4635" y="207721"/>
                </a:lnTo>
                <a:lnTo>
                  <a:pt x="0" y="207124"/>
                </a:lnTo>
                <a:lnTo>
                  <a:pt x="20445" y="218362"/>
                </a:lnTo>
                <a:lnTo>
                  <a:pt x="42481" y="226666"/>
                </a:lnTo>
                <a:lnTo>
                  <a:pt x="65879" y="231813"/>
                </a:lnTo>
                <a:lnTo>
                  <a:pt x="90411" y="233578"/>
                </a:lnTo>
                <a:lnTo>
                  <a:pt x="140491" y="226563"/>
                </a:lnTo>
                <a:lnTo>
                  <a:pt x="182097" y="207402"/>
                </a:lnTo>
                <a:lnTo>
                  <a:pt x="214949" y="178923"/>
                </a:lnTo>
                <a:lnTo>
                  <a:pt x="238763" y="143955"/>
                </a:lnTo>
                <a:lnTo>
                  <a:pt x="253258" y="105326"/>
                </a:lnTo>
                <a:lnTo>
                  <a:pt x="258152" y="65862"/>
                </a:lnTo>
                <a:lnTo>
                  <a:pt x="257936" y="58242"/>
                </a:lnTo>
                <a:lnTo>
                  <a:pt x="266360" y="51640"/>
                </a:lnTo>
                <a:lnTo>
                  <a:pt x="274088" y="44307"/>
                </a:lnTo>
                <a:lnTo>
                  <a:pt x="281125" y="36293"/>
                </a:lnTo>
                <a:lnTo>
                  <a:pt x="287477" y="27647"/>
                </a:lnTo>
                <a:lnTo>
                  <a:pt x="279329" y="30866"/>
                </a:lnTo>
                <a:lnTo>
                  <a:pt x="270940" y="33493"/>
                </a:lnTo>
                <a:lnTo>
                  <a:pt x="262329" y="35523"/>
                </a:lnTo>
                <a:lnTo>
                  <a:pt x="253517" y="36957"/>
                </a:lnTo>
                <a:lnTo>
                  <a:pt x="262105" y="30729"/>
                </a:lnTo>
                <a:lnTo>
                  <a:pt x="269417" y="23112"/>
                </a:lnTo>
                <a:lnTo>
                  <a:pt x="275262" y="14273"/>
                </a:lnTo>
                <a:lnTo>
                  <a:pt x="279450" y="4381"/>
                </a:lnTo>
                <a:lnTo>
                  <a:pt x="270688" y="9099"/>
                </a:lnTo>
                <a:lnTo>
                  <a:pt x="261515" y="13055"/>
                </a:lnTo>
                <a:lnTo>
                  <a:pt x="251965" y="16240"/>
                </a:lnTo>
                <a:lnTo>
                  <a:pt x="242074" y="18643"/>
                </a:lnTo>
                <a:lnTo>
                  <a:pt x="233147" y="10871"/>
                </a:lnTo>
                <a:lnTo>
                  <a:pt x="222796" y="5002"/>
                </a:lnTo>
                <a:lnTo>
                  <a:pt x="211320" y="1293"/>
                </a:lnTo>
                <a:lnTo>
                  <a:pt x="1990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498D2726-C497-674A-B4E8-6FA6C2B895B4}"/>
              </a:ext>
            </a:extLst>
          </p:cNvPr>
          <p:cNvSpPr/>
          <p:nvPr/>
        </p:nvSpPr>
        <p:spPr>
          <a:xfrm>
            <a:off x="10352661" y="3513456"/>
            <a:ext cx="1840864" cy="2125345"/>
          </a:xfrm>
          <a:custGeom>
            <a:avLst/>
            <a:gdLst/>
            <a:ahLst/>
            <a:cxnLst/>
            <a:rect l="l" t="t" r="r" b="b"/>
            <a:pathLst>
              <a:path w="1840865" h="2125345">
                <a:moveTo>
                  <a:pt x="1840534" y="0"/>
                </a:moveTo>
                <a:lnTo>
                  <a:pt x="0" y="1062621"/>
                </a:lnTo>
                <a:lnTo>
                  <a:pt x="1840534" y="2125268"/>
                </a:lnTo>
                <a:lnTo>
                  <a:pt x="1840534" y="0"/>
                </a:lnTo>
                <a:close/>
              </a:path>
            </a:pathLst>
          </a:custGeom>
          <a:solidFill>
            <a:srgbClr val="36A9E1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47B06A7F-E62A-A345-85A6-259DF0DA9C16}"/>
              </a:ext>
            </a:extLst>
          </p:cNvPr>
          <p:cNvSpPr/>
          <p:nvPr/>
        </p:nvSpPr>
        <p:spPr>
          <a:xfrm>
            <a:off x="11550485" y="3261995"/>
            <a:ext cx="540385" cy="624205"/>
          </a:xfrm>
          <a:custGeom>
            <a:avLst/>
            <a:gdLst/>
            <a:ahLst/>
            <a:cxnLst/>
            <a:rect l="l" t="t" r="r" b="b"/>
            <a:pathLst>
              <a:path w="540384" h="624204">
                <a:moveTo>
                  <a:pt x="0" y="0"/>
                </a:moveTo>
                <a:lnTo>
                  <a:pt x="0" y="623862"/>
                </a:lnTo>
                <a:lnTo>
                  <a:pt x="540270" y="311924"/>
                </a:lnTo>
                <a:lnTo>
                  <a:pt x="0" y="0"/>
                </a:lnTo>
                <a:close/>
              </a:path>
            </a:pathLst>
          </a:custGeom>
          <a:solidFill>
            <a:srgbClr val="0075A0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123085D3-67F6-444F-ADF8-3F3B89984AAF}"/>
              </a:ext>
            </a:extLst>
          </p:cNvPr>
          <p:cNvSpPr/>
          <p:nvPr/>
        </p:nvSpPr>
        <p:spPr>
          <a:xfrm>
            <a:off x="5406316" y="4554359"/>
            <a:ext cx="512904" cy="5129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  <p:grpSp>
        <p:nvGrpSpPr>
          <p:cNvPr id="19" name="object 18">
            <a:extLst>
              <a:ext uri="{FF2B5EF4-FFF2-40B4-BE49-F238E27FC236}">
                <a16:creationId xmlns:a16="http://schemas.microsoft.com/office/drawing/2014/main" id="{83180BE0-CE37-5048-BB8B-DC97BE649C63}"/>
              </a:ext>
            </a:extLst>
          </p:cNvPr>
          <p:cNvGrpSpPr/>
          <p:nvPr userDrawn="1"/>
        </p:nvGrpSpPr>
        <p:grpSpPr>
          <a:xfrm>
            <a:off x="503517" y="1129372"/>
            <a:ext cx="10847157" cy="4595788"/>
            <a:chOff x="503516" y="1129372"/>
            <a:chExt cx="10847157" cy="4595788"/>
          </a:xfrm>
        </p:grpSpPr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5F70E717-C975-524C-A92D-71F84E5ABB1C}"/>
                </a:ext>
              </a:extLst>
            </p:cNvPr>
            <p:cNvSpPr/>
            <p:nvPr/>
          </p:nvSpPr>
          <p:spPr>
            <a:xfrm>
              <a:off x="10351818" y="4572000"/>
              <a:ext cx="998855" cy="1153160"/>
            </a:xfrm>
            <a:custGeom>
              <a:avLst/>
              <a:gdLst/>
              <a:ahLst/>
              <a:cxnLst/>
              <a:rect l="l" t="t" r="r" b="b"/>
              <a:pathLst>
                <a:path w="998854" h="1153160">
                  <a:moveTo>
                    <a:pt x="0" y="0"/>
                  </a:moveTo>
                  <a:lnTo>
                    <a:pt x="0" y="1152994"/>
                  </a:lnTo>
                  <a:lnTo>
                    <a:pt x="998524" y="576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A0"/>
            </a:solid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A6379859-E162-394B-A795-CCBA82E25739}"/>
                </a:ext>
              </a:extLst>
            </p:cNvPr>
            <p:cNvSpPr/>
            <p:nvPr/>
          </p:nvSpPr>
          <p:spPr>
            <a:xfrm>
              <a:off x="509842" y="4966247"/>
              <a:ext cx="3604895" cy="0"/>
            </a:xfrm>
            <a:custGeom>
              <a:avLst/>
              <a:gdLst/>
              <a:ahLst/>
              <a:cxnLst/>
              <a:rect l="l" t="t" r="r" b="b"/>
              <a:pathLst>
                <a:path w="3604895">
                  <a:moveTo>
                    <a:pt x="0" y="0"/>
                  </a:moveTo>
                  <a:lnTo>
                    <a:pt x="3604412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2B842E00-C89D-9643-9FE6-443BD9F62B17}"/>
                </a:ext>
              </a:extLst>
            </p:cNvPr>
            <p:cNvSpPr/>
            <p:nvPr/>
          </p:nvSpPr>
          <p:spPr>
            <a:xfrm>
              <a:off x="503516" y="1129372"/>
              <a:ext cx="2843530" cy="512445"/>
            </a:xfrm>
            <a:custGeom>
              <a:avLst/>
              <a:gdLst/>
              <a:ahLst/>
              <a:cxnLst/>
              <a:rect l="l" t="t" r="r" b="b"/>
              <a:pathLst>
                <a:path w="2843529" h="512444">
                  <a:moveTo>
                    <a:pt x="428840" y="363689"/>
                  </a:moveTo>
                  <a:lnTo>
                    <a:pt x="422935" y="318998"/>
                  </a:lnTo>
                  <a:lnTo>
                    <a:pt x="406450" y="284035"/>
                  </a:lnTo>
                  <a:lnTo>
                    <a:pt x="375920" y="252730"/>
                  </a:lnTo>
                  <a:lnTo>
                    <a:pt x="334949" y="233845"/>
                  </a:lnTo>
                  <a:lnTo>
                    <a:pt x="364553" y="215125"/>
                  </a:lnTo>
                  <a:lnTo>
                    <a:pt x="371678" y="207302"/>
                  </a:lnTo>
                  <a:lnTo>
                    <a:pt x="386372" y="191173"/>
                  </a:lnTo>
                  <a:lnTo>
                    <a:pt x="399859" y="161848"/>
                  </a:lnTo>
                  <a:lnTo>
                    <a:pt x="404482" y="126987"/>
                  </a:lnTo>
                  <a:lnTo>
                    <a:pt x="398424" y="87553"/>
                  </a:lnTo>
                  <a:lnTo>
                    <a:pt x="396836" y="77152"/>
                  </a:lnTo>
                  <a:lnTo>
                    <a:pt x="375005" y="41084"/>
                  </a:lnTo>
                  <a:lnTo>
                    <a:pt x="340652" y="17233"/>
                  </a:lnTo>
                  <a:lnTo>
                    <a:pt x="316318" y="10160"/>
                  </a:lnTo>
                  <a:lnTo>
                    <a:pt x="316318" y="357212"/>
                  </a:lnTo>
                  <a:lnTo>
                    <a:pt x="309562" y="390131"/>
                  </a:lnTo>
                  <a:lnTo>
                    <a:pt x="291388" y="410806"/>
                  </a:lnTo>
                  <a:lnTo>
                    <a:pt x="264871" y="421551"/>
                  </a:lnTo>
                  <a:lnTo>
                    <a:pt x="233121" y="424624"/>
                  </a:lnTo>
                  <a:lnTo>
                    <a:pt x="112585" y="424624"/>
                  </a:lnTo>
                  <a:lnTo>
                    <a:pt x="112585" y="284035"/>
                  </a:lnTo>
                  <a:lnTo>
                    <a:pt x="235229" y="284035"/>
                  </a:lnTo>
                  <a:lnTo>
                    <a:pt x="268160" y="288112"/>
                  </a:lnTo>
                  <a:lnTo>
                    <a:pt x="293789" y="301002"/>
                  </a:lnTo>
                  <a:lnTo>
                    <a:pt x="310400" y="323697"/>
                  </a:lnTo>
                  <a:lnTo>
                    <a:pt x="316318" y="357212"/>
                  </a:lnTo>
                  <a:lnTo>
                    <a:pt x="316318" y="10160"/>
                  </a:lnTo>
                  <a:lnTo>
                    <a:pt x="295452" y="4076"/>
                  </a:lnTo>
                  <a:lnTo>
                    <a:pt x="295452" y="146342"/>
                  </a:lnTo>
                  <a:lnTo>
                    <a:pt x="290245" y="174015"/>
                  </a:lnTo>
                  <a:lnTo>
                    <a:pt x="275831" y="192951"/>
                  </a:lnTo>
                  <a:lnTo>
                    <a:pt x="254025" y="203822"/>
                  </a:lnTo>
                  <a:lnTo>
                    <a:pt x="226606" y="207302"/>
                  </a:lnTo>
                  <a:lnTo>
                    <a:pt x="112585" y="207302"/>
                  </a:lnTo>
                  <a:lnTo>
                    <a:pt x="112585" y="87553"/>
                  </a:lnTo>
                  <a:lnTo>
                    <a:pt x="218008" y="87553"/>
                  </a:lnTo>
                  <a:lnTo>
                    <a:pt x="247053" y="89877"/>
                  </a:lnTo>
                  <a:lnTo>
                    <a:pt x="271792" y="98653"/>
                  </a:lnTo>
                  <a:lnTo>
                    <a:pt x="289001" y="116573"/>
                  </a:lnTo>
                  <a:lnTo>
                    <a:pt x="295452" y="146342"/>
                  </a:lnTo>
                  <a:lnTo>
                    <a:pt x="295452" y="4076"/>
                  </a:lnTo>
                  <a:lnTo>
                    <a:pt x="240969" y="12"/>
                  </a:lnTo>
                  <a:lnTo>
                    <a:pt x="0" y="12"/>
                  </a:lnTo>
                  <a:lnTo>
                    <a:pt x="0" y="512127"/>
                  </a:lnTo>
                  <a:lnTo>
                    <a:pt x="248132" y="512127"/>
                  </a:lnTo>
                  <a:lnTo>
                    <a:pt x="293624" y="508342"/>
                  </a:lnTo>
                  <a:lnTo>
                    <a:pt x="336080" y="496735"/>
                  </a:lnTo>
                  <a:lnTo>
                    <a:pt x="373164" y="476885"/>
                  </a:lnTo>
                  <a:lnTo>
                    <a:pt x="402539" y="448360"/>
                  </a:lnTo>
                  <a:lnTo>
                    <a:pt x="414743" y="424624"/>
                  </a:lnTo>
                  <a:lnTo>
                    <a:pt x="421868" y="410768"/>
                  </a:lnTo>
                  <a:lnTo>
                    <a:pt x="428840" y="363689"/>
                  </a:lnTo>
                  <a:close/>
                </a:path>
                <a:path w="2843529" h="512444">
                  <a:moveTo>
                    <a:pt x="951712" y="512114"/>
                  </a:moveTo>
                  <a:lnTo>
                    <a:pt x="909066" y="398068"/>
                  </a:lnTo>
                  <a:lnTo>
                    <a:pt x="877697" y="314172"/>
                  </a:lnTo>
                  <a:lnTo>
                    <a:pt x="807427" y="126263"/>
                  </a:lnTo>
                  <a:lnTo>
                    <a:pt x="766699" y="17335"/>
                  </a:lnTo>
                  <a:lnTo>
                    <a:pt x="766699" y="314172"/>
                  </a:lnTo>
                  <a:lnTo>
                    <a:pt x="634022" y="314172"/>
                  </a:lnTo>
                  <a:lnTo>
                    <a:pt x="700747" y="126263"/>
                  </a:lnTo>
                  <a:lnTo>
                    <a:pt x="702119" y="126263"/>
                  </a:lnTo>
                  <a:lnTo>
                    <a:pt x="766699" y="314172"/>
                  </a:lnTo>
                  <a:lnTo>
                    <a:pt x="766699" y="17335"/>
                  </a:lnTo>
                  <a:lnTo>
                    <a:pt x="760222" y="0"/>
                  </a:lnTo>
                  <a:lnTo>
                    <a:pt x="644766" y="0"/>
                  </a:lnTo>
                  <a:lnTo>
                    <a:pt x="450342" y="512114"/>
                  </a:lnTo>
                  <a:lnTo>
                    <a:pt x="564489" y="512114"/>
                  </a:lnTo>
                  <a:lnTo>
                    <a:pt x="604608" y="398068"/>
                  </a:lnTo>
                  <a:lnTo>
                    <a:pt x="796074" y="398068"/>
                  </a:lnTo>
                  <a:lnTo>
                    <a:pt x="834796" y="512114"/>
                  </a:lnTo>
                  <a:lnTo>
                    <a:pt x="951712" y="512114"/>
                  </a:lnTo>
                  <a:close/>
                </a:path>
                <a:path w="2843529" h="512444">
                  <a:moveTo>
                    <a:pt x="1358442" y="417830"/>
                  </a:moveTo>
                  <a:lnTo>
                    <a:pt x="1108811" y="417830"/>
                  </a:lnTo>
                  <a:lnTo>
                    <a:pt x="1108811" y="0"/>
                  </a:lnTo>
                  <a:lnTo>
                    <a:pt x="996200" y="0"/>
                  </a:lnTo>
                  <a:lnTo>
                    <a:pt x="996200" y="417830"/>
                  </a:lnTo>
                  <a:lnTo>
                    <a:pt x="996200" y="511810"/>
                  </a:lnTo>
                  <a:lnTo>
                    <a:pt x="1358442" y="511810"/>
                  </a:lnTo>
                  <a:lnTo>
                    <a:pt x="1358442" y="417830"/>
                  </a:lnTo>
                  <a:close/>
                </a:path>
                <a:path w="2843529" h="512444">
                  <a:moveTo>
                    <a:pt x="1868335" y="512114"/>
                  </a:moveTo>
                  <a:lnTo>
                    <a:pt x="1825701" y="398068"/>
                  </a:lnTo>
                  <a:lnTo>
                    <a:pt x="1794332" y="314172"/>
                  </a:lnTo>
                  <a:lnTo>
                    <a:pt x="1724075" y="126263"/>
                  </a:lnTo>
                  <a:lnTo>
                    <a:pt x="1683321" y="17259"/>
                  </a:lnTo>
                  <a:lnTo>
                    <a:pt x="1683321" y="314172"/>
                  </a:lnTo>
                  <a:lnTo>
                    <a:pt x="1550644" y="314172"/>
                  </a:lnTo>
                  <a:lnTo>
                    <a:pt x="1617345" y="126263"/>
                  </a:lnTo>
                  <a:lnTo>
                    <a:pt x="1618767" y="126263"/>
                  </a:lnTo>
                  <a:lnTo>
                    <a:pt x="1683321" y="314172"/>
                  </a:lnTo>
                  <a:lnTo>
                    <a:pt x="1683321" y="17259"/>
                  </a:lnTo>
                  <a:lnTo>
                    <a:pt x="1676869" y="0"/>
                  </a:lnTo>
                  <a:lnTo>
                    <a:pt x="1561363" y="0"/>
                  </a:lnTo>
                  <a:lnTo>
                    <a:pt x="1367028" y="512114"/>
                  </a:lnTo>
                  <a:lnTo>
                    <a:pt x="1481074" y="512114"/>
                  </a:lnTo>
                  <a:lnTo>
                    <a:pt x="1521231" y="398068"/>
                  </a:lnTo>
                  <a:lnTo>
                    <a:pt x="1712734" y="398068"/>
                  </a:lnTo>
                  <a:lnTo>
                    <a:pt x="1751418" y="512114"/>
                  </a:lnTo>
                  <a:lnTo>
                    <a:pt x="1868335" y="512114"/>
                  </a:lnTo>
                  <a:close/>
                </a:path>
                <a:path w="2843529" h="512444">
                  <a:moveTo>
                    <a:pt x="2345283" y="0"/>
                  </a:moveTo>
                  <a:lnTo>
                    <a:pt x="2239835" y="0"/>
                  </a:lnTo>
                  <a:lnTo>
                    <a:pt x="2239835" y="343547"/>
                  </a:lnTo>
                  <a:lnTo>
                    <a:pt x="2238400" y="343547"/>
                  </a:lnTo>
                  <a:lnTo>
                    <a:pt x="2024697" y="0"/>
                  </a:lnTo>
                  <a:lnTo>
                    <a:pt x="1912797" y="0"/>
                  </a:lnTo>
                  <a:lnTo>
                    <a:pt x="1912797" y="512114"/>
                  </a:lnTo>
                  <a:lnTo>
                    <a:pt x="2018284" y="512114"/>
                  </a:lnTo>
                  <a:lnTo>
                    <a:pt x="2018284" y="169316"/>
                  </a:lnTo>
                  <a:lnTo>
                    <a:pt x="2019719" y="169316"/>
                  </a:lnTo>
                  <a:lnTo>
                    <a:pt x="2232736" y="512114"/>
                  </a:lnTo>
                  <a:lnTo>
                    <a:pt x="2345283" y="512114"/>
                  </a:lnTo>
                  <a:lnTo>
                    <a:pt x="2345283" y="0"/>
                  </a:lnTo>
                  <a:close/>
                </a:path>
                <a:path w="2843529" h="512444">
                  <a:moveTo>
                    <a:pt x="2843047" y="417449"/>
                  </a:moveTo>
                  <a:lnTo>
                    <a:pt x="2561209" y="417449"/>
                  </a:lnTo>
                  <a:lnTo>
                    <a:pt x="2835910" y="88976"/>
                  </a:lnTo>
                  <a:lnTo>
                    <a:pt x="2835910" y="0"/>
                  </a:lnTo>
                  <a:lnTo>
                    <a:pt x="2432799" y="0"/>
                  </a:lnTo>
                  <a:lnTo>
                    <a:pt x="2432799" y="94703"/>
                  </a:lnTo>
                  <a:lnTo>
                    <a:pt x="2685973" y="94703"/>
                  </a:lnTo>
                  <a:lnTo>
                    <a:pt x="2411336" y="423176"/>
                  </a:lnTo>
                  <a:lnTo>
                    <a:pt x="2411336" y="512114"/>
                  </a:lnTo>
                  <a:lnTo>
                    <a:pt x="2843047" y="512114"/>
                  </a:lnTo>
                  <a:lnTo>
                    <a:pt x="2843047" y="417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9714147B-685C-B841-9B39-CC8E909C50BC}"/>
                </a:ext>
              </a:extLst>
            </p:cNvPr>
            <p:cNvSpPr/>
            <p:nvPr/>
          </p:nvSpPr>
          <p:spPr>
            <a:xfrm>
              <a:off x="520820" y="2037435"/>
              <a:ext cx="70091" cy="12575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4DABEFDF-9CE7-6646-BD04-70031022C3B8}"/>
                </a:ext>
              </a:extLst>
            </p:cNvPr>
            <p:cNvSpPr/>
            <p:nvPr/>
          </p:nvSpPr>
          <p:spPr>
            <a:xfrm>
              <a:off x="645687" y="2037438"/>
              <a:ext cx="96253" cy="12746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186EE03A-30A2-4740-913D-67426D106396}"/>
                </a:ext>
              </a:extLst>
            </p:cNvPr>
            <p:cNvSpPr/>
            <p:nvPr/>
          </p:nvSpPr>
          <p:spPr>
            <a:xfrm>
              <a:off x="810450" y="2037435"/>
              <a:ext cx="349250" cy="126364"/>
            </a:xfrm>
            <a:custGeom>
              <a:avLst/>
              <a:gdLst/>
              <a:ahLst/>
              <a:cxnLst/>
              <a:rect l="l" t="t" r="r" b="b"/>
              <a:pathLst>
                <a:path w="349250" h="126364">
                  <a:moveTo>
                    <a:pt x="70091" y="113055"/>
                  </a:moveTo>
                  <a:lnTo>
                    <a:pt x="14617" y="113055"/>
                  </a:lnTo>
                  <a:lnTo>
                    <a:pt x="14617" y="25"/>
                  </a:lnTo>
                  <a:lnTo>
                    <a:pt x="0" y="25"/>
                  </a:lnTo>
                  <a:lnTo>
                    <a:pt x="0" y="113055"/>
                  </a:lnTo>
                  <a:lnTo>
                    <a:pt x="0" y="125755"/>
                  </a:lnTo>
                  <a:lnTo>
                    <a:pt x="70091" y="125755"/>
                  </a:lnTo>
                  <a:lnTo>
                    <a:pt x="70091" y="113055"/>
                  </a:lnTo>
                  <a:close/>
                </a:path>
                <a:path w="349250" h="126364">
                  <a:moveTo>
                    <a:pt x="196761" y="113055"/>
                  </a:moveTo>
                  <a:lnTo>
                    <a:pt x="141287" y="113055"/>
                  </a:lnTo>
                  <a:lnTo>
                    <a:pt x="141287" y="25"/>
                  </a:lnTo>
                  <a:lnTo>
                    <a:pt x="126669" y="25"/>
                  </a:lnTo>
                  <a:lnTo>
                    <a:pt x="126669" y="113055"/>
                  </a:lnTo>
                  <a:lnTo>
                    <a:pt x="126669" y="125755"/>
                  </a:lnTo>
                  <a:lnTo>
                    <a:pt x="196761" y="125755"/>
                  </a:lnTo>
                  <a:lnTo>
                    <a:pt x="196761" y="113055"/>
                  </a:lnTo>
                  <a:close/>
                </a:path>
                <a:path w="349250" h="126364">
                  <a:moveTo>
                    <a:pt x="348957" y="0"/>
                  </a:moveTo>
                  <a:lnTo>
                    <a:pt x="334340" y="0"/>
                  </a:lnTo>
                  <a:lnTo>
                    <a:pt x="334340" y="125755"/>
                  </a:lnTo>
                  <a:lnTo>
                    <a:pt x="348957" y="125755"/>
                  </a:lnTo>
                  <a:lnTo>
                    <a:pt x="34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7E99BF16-6DC3-B84D-A832-8C39F6ACAFBC}"/>
                </a:ext>
              </a:extLst>
            </p:cNvPr>
            <p:cNvSpPr/>
            <p:nvPr/>
          </p:nvSpPr>
          <p:spPr>
            <a:xfrm>
              <a:off x="1229149" y="2037435"/>
              <a:ext cx="98221" cy="12575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05AE7AFF-D6E8-BC40-85F3-73454E385532}"/>
                </a:ext>
              </a:extLst>
            </p:cNvPr>
            <p:cNvSpPr/>
            <p:nvPr/>
          </p:nvSpPr>
          <p:spPr>
            <a:xfrm>
              <a:off x="1379890" y="2037438"/>
              <a:ext cx="104851" cy="12575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9DD24C0C-1B1D-C04D-B213-961382A119C6}"/>
                </a:ext>
              </a:extLst>
            </p:cNvPr>
            <p:cNvSpPr/>
            <p:nvPr/>
          </p:nvSpPr>
          <p:spPr>
            <a:xfrm>
              <a:off x="1537274" y="2037435"/>
              <a:ext cx="70091" cy="12575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C2EB689C-E0B9-E849-9958-128095F6AE6D}"/>
                </a:ext>
              </a:extLst>
            </p:cNvPr>
            <p:cNvSpPr/>
            <p:nvPr/>
          </p:nvSpPr>
          <p:spPr>
            <a:xfrm>
              <a:off x="1662322" y="2035620"/>
              <a:ext cx="79120" cy="12928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08E90D92-E642-434D-A164-35F40E97FE8C}"/>
                </a:ext>
              </a:extLst>
            </p:cNvPr>
            <p:cNvSpPr/>
            <p:nvPr/>
          </p:nvSpPr>
          <p:spPr>
            <a:xfrm>
              <a:off x="1786648" y="2037460"/>
              <a:ext cx="94615" cy="125730"/>
            </a:xfrm>
            <a:custGeom>
              <a:avLst/>
              <a:gdLst/>
              <a:ahLst/>
              <a:cxnLst/>
              <a:rect l="l" t="t" r="r" b="b"/>
              <a:pathLst>
                <a:path w="94614" h="125730">
                  <a:moveTo>
                    <a:pt x="9427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9839" y="12700"/>
                  </a:lnTo>
                  <a:lnTo>
                    <a:pt x="39839" y="125730"/>
                  </a:lnTo>
                  <a:lnTo>
                    <a:pt x="54457" y="125730"/>
                  </a:lnTo>
                  <a:lnTo>
                    <a:pt x="54457" y="12700"/>
                  </a:lnTo>
                  <a:lnTo>
                    <a:pt x="94272" y="12700"/>
                  </a:lnTo>
                  <a:lnTo>
                    <a:pt x="94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53E1A4F2-B571-9E4E-A217-D069B91D44E0}"/>
                </a:ext>
              </a:extLst>
            </p:cNvPr>
            <p:cNvSpPr/>
            <p:nvPr/>
          </p:nvSpPr>
          <p:spPr>
            <a:xfrm>
              <a:off x="1935101" y="2037435"/>
              <a:ext cx="124548" cy="1257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82B65EBE-A60B-9E45-84AC-4926B7A1B89E}"/>
                </a:ext>
              </a:extLst>
            </p:cNvPr>
            <p:cNvSpPr/>
            <p:nvPr/>
          </p:nvSpPr>
          <p:spPr>
            <a:xfrm>
              <a:off x="2129374" y="2037435"/>
              <a:ext cx="70091" cy="12575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931B6FD6-B6C2-9748-AC7E-78FBD6EF3FDB}"/>
                </a:ext>
              </a:extLst>
            </p:cNvPr>
            <p:cNvSpPr/>
            <p:nvPr/>
          </p:nvSpPr>
          <p:spPr>
            <a:xfrm>
              <a:off x="2262579" y="2037435"/>
              <a:ext cx="98221" cy="12575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4" name="object 33">
              <a:extLst>
                <a:ext uri="{FF2B5EF4-FFF2-40B4-BE49-F238E27FC236}">
                  <a16:creationId xmlns:a16="http://schemas.microsoft.com/office/drawing/2014/main" id="{4DBFF9F7-CC3F-1C4C-B327-3D96F83EF54A}"/>
                </a:ext>
              </a:extLst>
            </p:cNvPr>
            <p:cNvSpPr/>
            <p:nvPr/>
          </p:nvSpPr>
          <p:spPr>
            <a:xfrm>
              <a:off x="2414867" y="2037460"/>
              <a:ext cx="325120" cy="125730"/>
            </a:xfrm>
            <a:custGeom>
              <a:avLst/>
              <a:gdLst/>
              <a:ahLst/>
              <a:cxnLst/>
              <a:rect l="l" t="t" r="r" b="b"/>
              <a:pathLst>
                <a:path w="325119" h="125730">
                  <a:moveTo>
                    <a:pt x="9427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9839" y="12700"/>
                  </a:lnTo>
                  <a:lnTo>
                    <a:pt x="39839" y="125730"/>
                  </a:lnTo>
                  <a:lnTo>
                    <a:pt x="54457" y="125730"/>
                  </a:lnTo>
                  <a:lnTo>
                    <a:pt x="54457" y="12700"/>
                  </a:lnTo>
                  <a:lnTo>
                    <a:pt x="94272" y="12700"/>
                  </a:lnTo>
                  <a:lnTo>
                    <a:pt x="94272" y="0"/>
                  </a:lnTo>
                  <a:close/>
                </a:path>
                <a:path w="325119" h="125730">
                  <a:moveTo>
                    <a:pt x="324916" y="0"/>
                  </a:moveTo>
                  <a:lnTo>
                    <a:pt x="310299" y="0"/>
                  </a:lnTo>
                  <a:lnTo>
                    <a:pt x="310299" y="53340"/>
                  </a:lnTo>
                  <a:lnTo>
                    <a:pt x="244055" y="53340"/>
                  </a:lnTo>
                  <a:lnTo>
                    <a:pt x="244055" y="0"/>
                  </a:lnTo>
                  <a:lnTo>
                    <a:pt x="229438" y="0"/>
                  </a:lnTo>
                  <a:lnTo>
                    <a:pt x="229438" y="53340"/>
                  </a:lnTo>
                  <a:lnTo>
                    <a:pt x="229438" y="66040"/>
                  </a:lnTo>
                  <a:lnTo>
                    <a:pt x="229438" y="125730"/>
                  </a:lnTo>
                  <a:lnTo>
                    <a:pt x="244055" y="125730"/>
                  </a:lnTo>
                  <a:lnTo>
                    <a:pt x="244055" y="66040"/>
                  </a:lnTo>
                  <a:lnTo>
                    <a:pt x="310299" y="66040"/>
                  </a:lnTo>
                  <a:lnTo>
                    <a:pt x="310299" y="125730"/>
                  </a:lnTo>
                  <a:lnTo>
                    <a:pt x="324916" y="125730"/>
                  </a:lnTo>
                  <a:lnTo>
                    <a:pt x="324916" y="66040"/>
                  </a:lnTo>
                  <a:lnTo>
                    <a:pt x="324916" y="53340"/>
                  </a:lnTo>
                  <a:lnTo>
                    <a:pt x="324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5" name="object 34">
              <a:extLst>
                <a:ext uri="{FF2B5EF4-FFF2-40B4-BE49-F238E27FC236}">
                  <a16:creationId xmlns:a16="http://schemas.microsoft.com/office/drawing/2014/main" id="{68AC0912-3C11-6145-A91D-949164D8CAEB}"/>
                </a:ext>
              </a:extLst>
            </p:cNvPr>
            <p:cNvSpPr/>
            <p:nvPr/>
          </p:nvSpPr>
          <p:spPr>
            <a:xfrm>
              <a:off x="2802982" y="2035460"/>
              <a:ext cx="115684" cy="12943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B238357A-6636-BE49-8595-8C715AFDD212}"/>
                </a:ext>
              </a:extLst>
            </p:cNvPr>
            <p:cNvSpPr/>
            <p:nvPr/>
          </p:nvSpPr>
          <p:spPr>
            <a:xfrm>
              <a:off x="2980658" y="2037438"/>
              <a:ext cx="96253" cy="12746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EC177FB2-FF92-814A-A2E6-5C8BCA0998DB}"/>
                </a:ext>
              </a:extLst>
            </p:cNvPr>
            <p:cNvSpPr/>
            <p:nvPr/>
          </p:nvSpPr>
          <p:spPr>
            <a:xfrm>
              <a:off x="3137250" y="2035620"/>
              <a:ext cx="79133" cy="12928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8" name="object 37">
              <a:extLst>
                <a:ext uri="{FF2B5EF4-FFF2-40B4-BE49-F238E27FC236}">
                  <a16:creationId xmlns:a16="http://schemas.microsoft.com/office/drawing/2014/main" id="{7489A9D1-1284-B440-B5C8-A848CCF332E2}"/>
                </a:ext>
              </a:extLst>
            </p:cNvPr>
            <p:cNvSpPr/>
            <p:nvPr/>
          </p:nvSpPr>
          <p:spPr>
            <a:xfrm>
              <a:off x="3277349" y="2037435"/>
              <a:ext cx="70091" cy="12575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9092C20E-97E4-BE45-9317-0DA4DCA0B1D6}"/>
                </a:ext>
              </a:extLst>
            </p:cNvPr>
            <p:cNvSpPr/>
            <p:nvPr/>
          </p:nvSpPr>
          <p:spPr>
            <a:xfrm>
              <a:off x="503516" y="1864598"/>
              <a:ext cx="2843530" cy="0"/>
            </a:xfrm>
            <a:custGeom>
              <a:avLst/>
              <a:gdLst/>
              <a:ahLst/>
              <a:cxnLst/>
              <a:rect l="l" t="t" r="r" b="b"/>
              <a:pathLst>
                <a:path w="2843529">
                  <a:moveTo>
                    <a:pt x="284304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1ADB737C-F234-9648-A553-7E399BCF900C}"/>
                </a:ext>
              </a:extLst>
            </p:cNvPr>
            <p:cNvSpPr/>
            <p:nvPr/>
          </p:nvSpPr>
          <p:spPr>
            <a:xfrm>
              <a:off x="503516" y="1864598"/>
              <a:ext cx="2843530" cy="0"/>
            </a:xfrm>
            <a:custGeom>
              <a:avLst/>
              <a:gdLst/>
              <a:ahLst/>
              <a:cxnLst/>
              <a:rect l="l" t="t" r="r" b="b"/>
              <a:pathLst>
                <a:path w="2843529">
                  <a:moveTo>
                    <a:pt x="0" y="0"/>
                  </a:moveTo>
                  <a:lnTo>
                    <a:pt x="2843047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 dirty="0"/>
            </a:p>
          </p:txBody>
        </p:sp>
      </p:grpSp>
      <p:sp>
        <p:nvSpPr>
          <p:cNvPr id="41" name="object 40">
            <a:extLst>
              <a:ext uri="{FF2B5EF4-FFF2-40B4-BE49-F238E27FC236}">
                <a16:creationId xmlns:a16="http://schemas.microsoft.com/office/drawing/2014/main" id="{B836507E-E393-E545-A2C3-6AB91210B864}"/>
              </a:ext>
            </a:extLst>
          </p:cNvPr>
          <p:cNvSpPr txBox="1"/>
          <p:nvPr userDrawn="1"/>
        </p:nvSpPr>
        <p:spPr>
          <a:xfrm>
            <a:off x="2530630" y="4404456"/>
            <a:ext cx="1570355" cy="288540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@Balanz</a:t>
            </a:r>
            <a:r>
              <a:rPr lang="es-AR" sz="1800" spc="-3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800" spc="-30" dirty="0" err="1">
                <a:solidFill>
                  <a:srgbClr val="FFFFFF"/>
                </a:solidFill>
                <a:latin typeface="Arial"/>
                <a:cs typeface="Arial"/>
              </a:rPr>
              <a:t>apital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14F502E-635C-4DE4-8903-896DF4C448C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46057" y="886035"/>
            <a:ext cx="6258389" cy="754009"/>
          </a:xfrm>
          <a:prstGeom prst="rect">
            <a:avLst/>
          </a:prstGeom>
        </p:spPr>
        <p:txBody>
          <a:bodyPr/>
          <a:lstStyle>
            <a:lvl1pPr>
              <a:defRPr lang="es-AR" sz="4900" spc="10" dirty="0">
                <a:solidFill>
                  <a:srgbClr val="00206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s-ES"/>
              <a:t>Título</a:t>
            </a:r>
            <a:endParaRPr lang="es-AR"/>
          </a:p>
        </p:txBody>
      </p:sp>
      <p:sp>
        <p:nvSpPr>
          <p:cNvPr id="45" name="Marcador de texto 44">
            <a:extLst>
              <a:ext uri="{FF2B5EF4-FFF2-40B4-BE49-F238E27FC236}">
                <a16:creationId xmlns:a16="http://schemas.microsoft.com/office/drawing/2014/main" id="{24788EA4-6C28-4381-B463-7123F716542B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406317" y="5258693"/>
            <a:ext cx="4987925" cy="307755"/>
          </a:xfrm>
          <a:prstGeom prst="rect">
            <a:avLst/>
          </a:prstGeom>
        </p:spPr>
        <p:txBody>
          <a:bodyPr/>
          <a:lstStyle>
            <a:lvl1pPr>
              <a:defRPr lang="es-AR" sz="2000" kern="1200" dirty="0">
                <a:solidFill>
                  <a:srgbClr val="00B0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s-ES"/>
              <a:t>Mes año</a:t>
            </a:r>
            <a:endParaRPr lang="es-AR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87289E9-EADF-4632-A050-5134412A0963}"/>
              </a:ext>
            </a:extLst>
          </p:cNvPr>
          <p:cNvSpPr txBox="1"/>
          <p:nvPr userDrawn="1"/>
        </p:nvSpPr>
        <p:spPr>
          <a:xfrm>
            <a:off x="5919221" y="4626146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solidFill>
                  <a:srgbClr val="00B0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Ver presentación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99ACF99-0639-47F4-A3BF-199BE5B82269}"/>
              </a:ext>
            </a:extLst>
          </p:cNvPr>
          <p:cNvSpPr txBox="1"/>
          <p:nvPr userDrawn="1"/>
        </p:nvSpPr>
        <p:spPr>
          <a:xfrm>
            <a:off x="443288" y="5080782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solidFill>
                  <a:srgbClr val="00B0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www.balanz.com</a:t>
            </a:r>
          </a:p>
        </p:txBody>
      </p:sp>
    </p:spTree>
    <p:extLst>
      <p:ext uri="{BB962C8B-B14F-4D97-AF65-F5344CB8AC3E}">
        <p14:creationId xmlns:p14="http://schemas.microsoft.com/office/powerpoint/2010/main" val="1991718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9BBFE1-D1DB-8945-AD3D-CBCDC9C04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71600" y="-152400"/>
            <a:ext cx="10515600" cy="7018726"/>
          </a:xfrm>
          <a:prstGeom prst="rect">
            <a:avLst/>
          </a:prstGeom>
        </p:spPr>
      </p:pic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55A1029F-0B32-486F-A9A6-E9D9AA145E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609600"/>
            <a:ext cx="10058400" cy="685800"/>
          </a:xfrm>
          <a:prstGeom prst="rect">
            <a:avLst/>
          </a:prstGeom>
        </p:spPr>
        <p:txBody>
          <a:bodyPr/>
          <a:lstStyle>
            <a:lvl1pPr>
              <a:defRPr lang="es-AR" sz="3600" b="1" dirty="0">
                <a:solidFill>
                  <a:schemeClr val="accent1">
                    <a:lumMod val="50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AR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F1CFB360-531F-48C7-B2D3-9D5AEB3775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1200" y="1295400"/>
            <a:ext cx="10058400" cy="609600"/>
          </a:xfrm>
          <a:prstGeom prst="rect">
            <a:avLst/>
          </a:prstGeom>
        </p:spPr>
        <p:txBody>
          <a:bodyPr/>
          <a:lstStyle>
            <a:lvl1pPr>
              <a:defRPr lang="es-AR" sz="2400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AR" dirty="0"/>
          </a:p>
        </p:txBody>
      </p:sp>
      <p:sp>
        <p:nvSpPr>
          <p:cNvPr id="10" name="Marcador de texto 11">
            <a:extLst>
              <a:ext uri="{FF2B5EF4-FFF2-40B4-BE49-F238E27FC236}">
                <a16:creationId xmlns:a16="http://schemas.microsoft.com/office/drawing/2014/main" id="{CF13DBFA-834E-484E-87E9-FA56CF9DFA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81200" y="2065929"/>
            <a:ext cx="10058400" cy="4563471"/>
          </a:xfrm>
          <a:prstGeom prst="rect">
            <a:avLst/>
          </a:prstGeom>
        </p:spPr>
        <p:txBody>
          <a:bodyPr/>
          <a:lstStyle>
            <a:lvl1pPr>
              <a:defRPr lang="es-AR" sz="1600" kern="12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3180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0FB783-58E7-604A-95AC-C2E01C7C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19DC97-D02B-4B41-8A80-E59BC6E26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D7D910-4F74-8C47-A04D-1C067B6E5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82080-4AD0-4448-B989-2E6BC7B28373}" type="datetimeFigureOut">
              <a:rPr lang="es-AR" smtClean="0"/>
              <a:t>14/7/2026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895C48-6C1C-B34D-8DA1-0C642F688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292A00-350D-BA4F-A3B0-F7BB8450D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CD78A-9D2E-CC4B-8B59-9DEC3A085D5E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9709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4" r:id="rId13"/>
    <p:sldLayoutId id="214748366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C3F307D-593D-4D02-B4B5-D777A758AF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06365" y="1076491"/>
            <a:ext cx="6257950" cy="22174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 b="1" dirty="0"/>
              <a:t>Propuesta de Inversión
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1911C5-6F04-4E3D-9D7F-B96B4B72C9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1800" dirty="0"/>
              <a:t>Julio 2026</a:t>
            </a: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DF1911C5-6F04-4E3D-9D7F-B96B4B72C99C}"/>
              </a:ext>
            </a:extLst>
          </p:cNvPr>
          <p:cNvSpPr txBox="1">
            <a:spLocks/>
          </p:cNvSpPr>
          <p:nvPr/>
        </p:nvSpPr>
        <p:spPr>
          <a:xfrm>
            <a:off x="5406316" y="1868566"/>
            <a:ext cx="4987925" cy="910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AR" sz="2000" kern="1200" dirty="0">
                <a:solidFill>
                  <a:srgbClr val="00B0F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sz="2200" b="1" dirty="0"/>
              <a:t>Cartera con cupones mensuales + renta variable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53415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4">
            <a:extLst>
              <a:ext uri="{FF2B5EF4-FFF2-40B4-BE49-F238E27FC236}">
                <a16:creationId xmlns:a16="http://schemas.microsoft.com/office/drawing/2014/main" id="{F98EFC50-D365-B747-8535-87BA746BE3EE}"/>
              </a:ext>
            </a:extLst>
          </p:cNvPr>
          <p:cNvSpPr/>
          <p:nvPr/>
        </p:nvSpPr>
        <p:spPr>
          <a:xfrm>
            <a:off x="1842372" y="1002359"/>
            <a:ext cx="9966170" cy="11905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noProof="0" dirty="0">
                <a:solidFill>
                  <a:srgbClr val="2D2D2D"/>
                </a:solidFill>
              </a:rPr>
              <a:t>La propuesta actual distribuye USD 80.000,00 en una cartera compuesta por ON’s, Bonos soberanos, Fondos Comunes de Inversión y CEDEARS. </a:t>
            </a:r>
            <a:r>
              <a:rPr lang="es-AR" sz="1400" dirty="0">
                <a:solidFill>
                  <a:srgbClr val="2D2D2D"/>
                </a:solidFill>
              </a:rPr>
              <a:t>Dado el objetivo de resguardo de capital y generación de rentas mensuales, l</a:t>
            </a:r>
            <a:r>
              <a:rPr lang="es-AR" sz="1400" noProof="0" dirty="0">
                <a:solidFill>
                  <a:srgbClr val="2D2D2D"/>
                </a:solidFill>
              </a:rPr>
              <a:t>a cartera se divide en 75% Renta Fija y 25% Renta Variable. </a:t>
            </a:r>
            <a:r>
              <a:rPr lang="es-AR" sz="1400" dirty="0">
                <a:solidFill>
                  <a:srgbClr val="2D2D2D"/>
                </a:solidFill>
              </a:rPr>
              <a:t>Se estima que se podría conseguir un cupón promedio mensual de USD 839 y una TNA promedio de 13%, esto tiene en cuenta el componente variable de la cartera y las estimaciones de rendimiento en base a proyecciones macroeconómicas y a rendimientos pasados*.</a:t>
            </a:r>
            <a:endParaRPr lang="es-AR" sz="1600" noProof="0" dirty="0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81" y="5968916"/>
            <a:ext cx="1495061" cy="59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CCF10C-117D-BB2B-9FDB-2705AE5508BD}"/>
              </a:ext>
            </a:extLst>
          </p:cNvPr>
          <p:cNvSpPr txBox="1"/>
          <p:nvPr/>
        </p:nvSpPr>
        <p:spPr>
          <a:xfrm>
            <a:off x="1656431" y="166502"/>
            <a:ext cx="40495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400" b="1" noProof="0" dirty="0">
                <a:solidFill>
                  <a:srgbClr val="17375E"/>
                </a:solidFill>
              </a:rPr>
              <a:t>Distribución por tipo de activo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73AEF-B965-E335-1106-9E4C93B568E0}"/>
              </a:ext>
            </a:extLst>
          </p:cNvPr>
          <p:cNvSpPr/>
          <p:nvPr/>
        </p:nvSpPr>
        <p:spPr>
          <a:xfrm>
            <a:off x="1656431" y="715142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143C0-7E8F-BA55-C8C9-679E04DD6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558" y="2380944"/>
            <a:ext cx="6839905" cy="4382112"/>
          </a:xfrm>
          <a:prstGeom prst="rect">
            <a:avLst/>
          </a:prstGeom>
        </p:spPr>
      </p:pic>
      <p:sp>
        <p:nvSpPr>
          <p:cNvPr id="6" name="Rectangle 54">
            <a:extLst>
              <a:ext uri="{FF2B5EF4-FFF2-40B4-BE49-F238E27FC236}">
                <a16:creationId xmlns:a16="http://schemas.microsoft.com/office/drawing/2014/main" id="{E73535DE-AD61-FC8D-34A4-82DA98ADBE0D}"/>
              </a:ext>
            </a:extLst>
          </p:cNvPr>
          <p:cNvSpPr/>
          <p:nvPr/>
        </p:nvSpPr>
        <p:spPr>
          <a:xfrm>
            <a:off x="1842372" y="5855641"/>
            <a:ext cx="3634089" cy="907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00" b="1" noProof="0" dirty="0">
                <a:solidFill>
                  <a:srgbClr val="2D2D2D"/>
                </a:solidFill>
              </a:rPr>
              <a:t>*</a:t>
            </a:r>
            <a:r>
              <a:rPr lang="es-ES" sz="1300" b="1" dirty="0">
                <a:solidFill>
                  <a:srgbClr val="2D2D2D"/>
                </a:solidFill>
              </a:rPr>
              <a:t>En ningún caso se asegura o garantiza el resultado de la inversión. El anuncio de rentabilidad pasada no es garantía o promesa de</a:t>
            </a:r>
          </a:p>
          <a:p>
            <a:pPr algn="ctr"/>
            <a:r>
              <a:rPr lang="es-ES" sz="1300" b="1" dirty="0">
                <a:solidFill>
                  <a:srgbClr val="2D2D2D"/>
                </a:solidFill>
              </a:rPr>
              <a:t>rentabilidad futura.</a:t>
            </a:r>
            <a:endParaRPr lang="es-AR" sz="1300" b="1" noProof="0" dirty="0"/>
          </a:p>
        </p:txBody>
      </p:sp>
    </p:spTree>
    <p:extLst>
      <p:ext uri="{BB962C8B-B14F-4D97-AF65-F5344CB8AC3E}">
        <p14:creationId xmlns:p14="http://schemas.microsoft.com/office/powerpoint/2010/main" val="267002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81" y="5968916"/>
            <a:ext cx="1495061" cy="59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4710CE-9C1D-38C6-26BF-9FB71E8C35BC}"/>
              </a:ext>
            </a:extLst>
          </p:cNvPr>
          <p:cNvSpPr/>
          <p:nvPr/>
        </p:nvSpPr>
        <p:spPr>
          <a:xfrm>
            <a:off x="1656431" y="3401568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0BD7C-7E4F-8A8F-6BD8-61DF3771964A}"/>
              </a:ext>
            </a:extLst>
          </p:cNvPr>
          <p:cNvSpPr txBox="1"/>
          <p:nvPr/>
        </p:nvSpPr>
        <p:spPr>
          <a:xfrm>
            <a:off x="5726820" y="2601588"/>
            <a:ext cx="228338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7375E"/>
                </a:solidFill>
              </a:rPr>
              <a:t>Renta Fija</a:t>
            </a:r>
          </a:p>
        </p:txBody>
      </p:sp>
    </p:spTree>
    <p:extLst>
      <p:ext uri="{BB962C8B-B14F-4D97-AF65-F5344CB8AC3E}">
        <p14:creationId xmlns:p14="http://schemas.microsoft.com/office/powerpoint/2010/main" val="746522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22933-4E44-F5E5-97C4-4C7003B22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4">
            <a:extLst>
              <a:ext uri="{FF2B5EF4-FFF2-40B4-BE49-F238E27FC236}">
                <a16:creationId xmlns:a16="http://schemas.microsoft.com/office/drawing/2014/main" id="{AEB00F60-E3A7-7586-1620-A30D1B8EEDFF}"/>
              </a:ext>
            </a:extLst>
          </p:cNvPr>
          <p:cNvSpPr/>
          <p:nvPr/>
        </p:nvSpPr>
        <p:spPr>
          <a:xfrm>
            <a:off x="1842372" y="1002359"/>
            <a:ext cx="9966170" cy="11905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noProof="0" dirty="0">
                <a:solidFill>
                  <a:srgbClr val="2D2D2D"/>
                </a:solidFill>
              </a:rPr>
              <a:t>En lo referido a renta fija se logró disminuir la duration con respecto a la propuesta original de 5 a 2.9 años, se sube la TNA esperada de 8,16% a 8,78% sin necesidad de aumentar significativamente el riesgo en lo que respecta a calidad crediticia. Se buscó además disminuir la ponderación del sector Oil &amp; Gas a pedido del cliente (pasando de 75% a 48% del total de renta fija), sumando además bonos soberanos, los cuales no estaban en la propuesta original.</a:t>
            </a:r>
            <a:endParaRPr lang="es-AR" sz="1600" noProof="0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15F94B2C-DA41-E17D-61B0-9123DD027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81" y="5968916"/>
            <a:ext cx="1495061" cy="59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D25CED-3C47-8672-BEF0-EEE6D887DD64}"/>
              </a:ext>
            </a:extLst>
          </p:cNvPr>
          <p:cNvSpPr txBox="1"/>
          <p:nvPr/>
        </p:nvSpPr>
        <p:spPr>
          <a:xfrm>
            <a:off x="1656431" y="166502"/>
            <a:ext cx="30924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400" b="1" noProof="0" dirty="0">
                <a:solidFill>
                  <a:srgbClr val="17375E"/>
                </a:solidFill>
              </a:rPr>
              <a:t>Distribución por sector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2A561-F628-1070-B789-B65A5079F717}"/>
              </a:ext>
            </a:extLst>
          </p:cNvPr>
          <p:cNvSpPr/>
          <p:nvPr/>
        </p:nvSpPr>
        <p:spPr>
          <a:xfrm>
            <a:off x="1656431" y="715142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7142A2-05D8-43B4-429C-E2A98B3C8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217" y="2192899"/>
            <a:ext cx="6544588" cy="4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49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1EB04-F902-48AE-BBA4-69C78E24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>
            <a:extLst>
              <a:ext uri="{FF2B5EF4-FFF2-40B4-BE49-F238E27FC236}">
                <a16:creationId xmlns:a16="http://schemas.microsoft.com/office/drawing/2014/main" id="{D5076DB1-8DFA-91ED-96B2-7A61A3F34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81" y="5968916"/>
            <a:ext cx="1495061" cy="59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E0EED3F8-AAE5-3FDB-8A41-A894401BDC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03987" y="5521236"/>
            <a:ext cx="5791200" cy="895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400" dirty="0"/>
              <a:t>El </a:t>
            </a:r>
            <a:r>
              <a:rPr lang="es-MX" sz="1400" b="1" dirty="0"/>
              <a:t>retorno histórico </a:t>
            </a:r>
            <a:r>
              <a:rPr lang="es-MX" sz="1400" dirty="0"/>
              <a:t>no es garantía de futuros rendimientos. El valor invertido puede sufrir oscilaciones, por lo tanto los inversionistas pueden sufrir pérdidas sobre el capital invertido.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2F06B6-9F7C-AB22-7D97-41738156DF7E}"/>
              </a:ext>
            </a:extLst>
          </p:cNvPr>
          <p:cNvSpPr txBox="1"/>
          <p:nvPr/>
        </p:nvSpPr>
        <p:spPr>
          <a:xfrm>
            <a:off x="8576416" y="5005814"/>
            <a:ext cx="28839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es-MX" sz="1600" i="1" dirty="0">
                <a:solidFill>
                  <a:srgbClr val="00517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*Performance al 12-07-2026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43ACBE-4E9E-3794-5182-0BCEDE1C592A}"/>
              </a:ext>
            </a:extLst>
          </p:cNvPr>
          <p:cNvSpPr/>
          <p:nvPr/>
        </p:nvSpPr>
        <p:spPr>
          <a:xfrm>
            <a:off x="1656431" y="725081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43839-C91C-2B9D-8D8E-42F07AB62822}"/>
              </a:ext>
            </a:extLst>
          </p:cNvPr>
          <p:cNvSpPr txBox="1"/>
          <p:nvPr/>
        </p:nvSpPr>
        <p:spPr>
          <a:xfrm>
            <a:off x="1656431" y="176441"/>
            <a:ext cx="40476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400" b="1" noProof="0" dirty="0">
                <a:solidFill>
                  <a:srgbClr val="17375E"/>
                </a:solidFill>
              </a:rPr>
              <a:t>Portafolio renta fija propuesto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8FA66A-08FE-8EC0-A055-04363DBEA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346" y="1261394"/>
            <a:ext cx="10353245" cy="360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24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400" b="1" noProof="0" dirty="0">
                <a:solidFill>
                  <a:srgbClr val="17375E"/>
                </a:solidFill>
              </a:rPr>
              <a:t>Calendario de Cobros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4177E-4CC5-4C1E-818B-9AF4E451C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46718"/>
            <a:ext cx="8768630" cy="51455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372599" y="1033272"/>
            <a:ext cx="2732689" cy="1009021"/>
          </a:xfrm>
          <a:prstGeom prst="roundRect">
            <a:avLst/>
          </a:prstGeom>
          <a:solidFill>
            <a:srgbClr val="F2F6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7375E"/>
                </a:solidFill>
              </a:defRPr>
            </a:pPr>
            <a:r>
              <a:rPr lang="es-AR" noProof="0" dirty="0"/>
              <a:t>Monto a invertir: USD 60.000</a:t>
            </a:r>
          </a:p>
          <a:p>
            <a:pPr algn="ctr">
              <a:defRPr sz="1300" b="0">
                <a:solidFill>
                  <a:srgbClr val="2D2D2D"/>
                </a:solidFill>
              </a:defRPr>
            </a:pPr>
            <a:r>
              <a:rPr lang="es-AR" noProof="0" dirty="0"/>
              <a:t>Cupón promedio mensual: USD 439</a:t>
            </a:r>
          </a:p>
          <a:p>
            <a:pPr algn="ctr">
              <a:defRPr sz="1300" b="0">
                <a:solidFill>
                  <a:srgbClr val="2D2D2D"/>
                </a:solidFill>
              </a:defRPr>
            </a:pPr>
            <a:r>
              <a:rPr lang="es-AR" noProof="0" dirty="0"/>
              <a:t>Cupón total anual: USD 5269</a:t>
            </a:r>
          </a:p>
          <a:p>
            <a:pPr algn="ctr">
              <a:defRPr sz="1300" b="0">
                <a:solidFill>
                  <a:srgbClr val="2D2D2D"/>
                </a:solidFill>
              </a:defRPr>
            </a:pPr>
            <a:r>
              <a:rPr lang="es-AR" noProof="0" dirty="0"/>
              <a:t>TNA promedio: 8.78%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BD28-CABE-910F-8752-3F349E4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>
            <a:extLst>
              <a:ext uri="{FF2B5EF4-FFF2-40B4-BE49-F238E27FC236}">
                <a16:creationId xmlns:a16="http://schemas.microsoft.com/office/drawing/2014/main" id="{5C05AB50-B664-6882-79AD-3C9C60A7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81" y="5968916"/>
            <a:ext cx="1495061" cy="59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FE70D8-6934-E152-A1F5-12EF387C0016}"/>
              </a:ext>
            </a:extLst>
          </p:cNvPr>
          <p:cNvSpPr/>
          <p:nvPr/>
        </p:nvSpPr>
        <p:spPr>
          <a:xfrm>
            <a:off x="1656431" y="3401568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19EDAE-A461-96EB-0C9E-1469FA77C604}"/>
              </a:ext>
            </a:extLst>
          </p:cNvPr>
          <p:cNvSpPr txBox="1"/>
          <p:nvPr/>
        </p:nvSpPr>
        <p:spPr>
          <a:xfrm>
            <a:off x="5726820" y="2601588"/>
            <a:ext cx="324729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7375E"/>
                </a:solidFill>
              </a:rPr>
              <a:t>Renta variable</a:t>
            </a:r>
          </a:p>
        </p:txBody>
      </p:sp>
    </p:spTree>
    <p:extLst>
      <p:ext uri="{BB962C8B-B14F-4D97-AF65-F5344CB8AC3E}">
        <p14:creationId xmlns:p14="http://schemas.microsoft.com/office/powerpoint/2010/main" val="952333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1070-2475-D659-046F-AD5BA6E8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07E37-1C74-8D3A-BEEA-E9D09E227D29}"/>
              </a:ext>
            </a:extLst>
          </p:cNvPr>
          <p:cNvSpPr txBox="1"/>
          <p:nvPr/>
        </p:nvSpPr>
        <p:spPr>
          <a:xfrm>
            <a:off x="731520" y="365760"/>
            <a:ext cx="39530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400" b="1" noProof="0" dirty="0">
                <a:solidFill>
                  <a:srgbClr val="17375E"/>
                </a:solidFill>
              </a:rPr>
              <a:t>Fondos comunes de inversión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89AC1-A3E3-10F9-6C07-E1F6A70B5D3F}"/>
              </a:ext>
            </a:extLst>
          </p:cNvPr>
          <p:cNvSpPr/>
          <p:nvPr/>
        </p:nvSpPr>
        <p:spPr>
          <a:xfrm>
            <a:off x="731520" y="914400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BDDE746-ADBE-256F-34E3-7DC6E2F75A0D}"/>
              </a:ext>
            </a:extLst>
          </p:cNvPr>
          <p:cNvSpPr/>
          <p:nvPr/>
        </p:nvSpPr>
        <p:spPr>
          <a:xfrm>
            <a:off x="9223513" y="86416"/>
            <a:ext cx="2881775" cy="702573"/>
          </a:xfrm>
          <a:prstGeom prst="roundRect">
            <a:avLst/>
          </a:prstGeom>
          <a:solidFill>
            <a:srgbClr val="F2F6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7375E"/>
                </a:solidFill>
              </a:defRPr>
            </a:pPr>
            <a:r>
              <a:rPr lang="es-AR" noProof="0" dirty="0"/>
              <a:t>Monto a invertir: USD </a:t>
            </a:r>
            <a:r>
              <a:rPr lang="es-AR" dirty="0"/>
              <a:t>12</a:t>
            </a:r>
            <a:r>
              <a:rPr lang="es-AR" noProof="0" dirty="0"/>
              <a:t>.000</a:t>
            </a:r>
          </a:p>
          <a:p>
            <a:pPr algn="ctr">
              <a:defRPr sz="1300" b="0">
                <a:solidFill>
                  <a:srgbClr val="2D2D2D"/>
                </a:solidFill>
              </a:defRPr>
            </a:pPr>
            <a:r>
              <a:rPr lang="es-AR" dirty="0"/>
              <a:t>Inflation Linked (CER): </a:t>
            </a:r>
            <a:r>
              <a:rPr lang="es-AR" noProof="0" dirty="0"/>
              <a:t>USD 8.000</a:t>
            </a:r>
          </a:p>
          <a:p>
            <a:pPr algn="ctr">
              <a:defRPr sz="1300" b="0">
                <a:solidFill>
                  <a:srgbClr val="2D2D2D"/>
                </a:solidFill>
              </a:defRPr>
            </a:pPr>
            <a:r>
              <a:rPr lang="es-AR" noProof="0" dirty="0"/>
              <a:t>Equity Selection (acciones): USD 4.000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D8610-2314-E2A1-08B6-E077A5C7CA96}"/>
              </a:ext>
            </a:extLst>
          </p:cNvPr>
          <p:cNvSpPr txBox="1"/>
          <p:nvPr/>
        </p:nvSpPr>
        <p:spPr>
          <a:xfrm>
            <a:off x="8243680" y="6454673"/>
            <a:ext cx="394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https://balanz.com/inversiones/fondos/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2D348-0D16-329F-5AD6-EDD72CB51A76}"/>
              </a:ext>
            </a:extLst>
          </p:cNvPr>
          <p:cNvSpPr txBox="1"/>
          <p:nvPr/>
        </p:nvSpPr>
        <p:spPr>
          <a:xfrm>
            <a:off x="5426766" y="6445526"/>
            <a:ext cx="293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Link para ver detalle de FCI -&gt;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FF30BD-7562-A4E3-0DF9-A8357AD9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09" y="1898724"/>
            <a:ext cx="3294511" cy="3421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763AA7-E855-0F6B-3DBA-33712F8FA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37782"/>
            <a:ext cx="2803588" cy="2803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7CABE55-AA93-B077-303A-FAF9CEECB7E5}"/>
              </a:ext>
            </a:extLst>
          </p:cNvPr>
          <p:cNvSpPr/>
          <p:nvPr/>
        </p:nvSpPr>
        <p:spPr>
          <a:xfrm rot="5400000">
            <a:off x="3613462" y="3798397"/>
            <a:ext cx="4965075" cy="45719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434BA8-1F81-1BAA-8047-520AE1C2D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876" y="1534997"/>
            <a:ext cx="2803588" cy="2803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599B2E-497B-0909-3E67-EC37DD070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3" y="5569217"/>
            <a:ext cx="5893903" cy="73457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39F873-EBB3-45AA-087A-D375CDAF691C}"/>
              </a:ext>
            </a:extLst>
          </p:cNvPr>
          <p:cNvSpPr txBox="1"/>
          <p:nvPr/>
        </p:nvSpPr>
        <p:spPr>
          <a:xfrm>
            <a:off x="731520" y="1154053"/>
            <a:ext cx="37263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b="1" u="sng" noProof="0" dirty="0">
                <a:solidFill>
                  <a:srgbClr val="17375E"/>
                </a:solidFill>
              </a:rPr>
              <a:t>Balanz Institucional (Inflation Linked)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1B406B-1EE5-F045-8A7A-28CB01B80672}"/>
              </a:ext>
            </a:extLst>
          </p:cNvPr>
          <p:cNvSpPr txBox="1"/>
          <p:nvPr/>
        </p:nvSpPr>
        <p:spPr>
          <a:xfrm>
            <a:off x="6211384" y="1150964"/>
            <a:ext cx="23950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b="1" u="sng" noProof="0" dirty="0">
                <a:solidFill>
                  <a:srgbClr val="17375E"/>
                </a:solidFill>
              </a:rPr>
              <a:t>Balanz Equity Selection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E51B232-19B9-A96B-56F8-75CD69154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660" y="1923159"/>
            <a:ext cx="5853628" cy="23035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E6C1B90-EF44-0732-EFF7-EF8B87B02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384" y="4913042"/>
            <a:ext cx="5893904" cy="139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83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D7288-CAE5-EFCC-E567-6140CA41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>
            <a:extLst>
              <a:ext uri="{FF2B5EF4-FFF2-40B4-BE49-F238E27FC236}">
                <a16:creationId xmlns:a16="http://schemas.microsoft.com/office/drawing/2014/main" id="{FE525415-5B67-AEC5-FEC8-E9B1AD3FB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81" y="5968916"/>
            <a:ext cx="1495061" cy="59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E74E8B-89A7-B77B-7F70-C290820B9F12}"/>
              </a:ext>
            </a:extLst>
          </p:cNvPr>
          <p:cNvSpPr/>
          <p:nvPr/>
        </p:nvSpPr>
        <p:spPr>
          <a:xfrm>
            <a:off x="1656431" y="725081"/>
            <a:ext cx="10424160" cy="274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224C1-BE2C-8E29-6931-E4BD279FF1E6}"/>
              </a:ext>
            </a:extLst>
          </p:cNvPr>
          <p:cNvSpPr txBox="1"/>
          <p:nvPr/>
        </p:nvSpPr>
        <p:spPr>
          <a:xfrm>
            <a:off x="1656431" y="176441"/>
            <a:ext cx="12052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400" b="1" noProof="0" dirty="0" err="1">
                <a:solidFill>
                  <a:srgbClr val="17375E"/>
                </a:solidFill>
              </a:rPr>
              <a:t>Cedears</a:t>
            </a:r>
            <a:endParaRPr lang="es-AR" sz="2400" b="1" noProof="0" dirty="0">
              <a:solidFill>
                <a:srgbClr val="17375E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EC9246-3347-CE38-37C8-FDC4131F1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431" y="1438889"/>
            <a:ext cx="7906579" cy="45300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857DB1B-44DE-BAEE-56F3-2A14A9799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637" y="1444433"/>
            <a:ext cx="2471771" cy="117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0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40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123ebae-a006-42c7-9ea3-c84a2feb0e65}" enabled="0" method="" siteId="{1123ebae-a006-42c7-9ea3-c84a2feb0e6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4512</TotalTime>
  <Words>358</Words>
  <Application>Microsoft Office PowerPoint</Application>
  <PresentationFormat>Widescreen</PresentationFormat>
  <Paragraphs>29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Myriad Pro</vt:lpstr>
      <vt:lpstr>Open Sans</vt:lpstr>
      <vt:lpstr>Open Sans Light</vt:lpstr>
      <vt:lpstr>Open Sans Semibold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Valentina Gifuni</dc:creator>
  <cp:lastModifiedBy>Sebastian Sproviero</cp:lastModifiedBy>
  <cp:revision>9</cp:revision>
  <dcterms:created xsi:type="dcterms:W3CDTF">2021-10-12T17:57:53Z</dcterms:created>
  <dcterms:modified xsi:type="dcterms:W3CDTF">2026-07-14T13:16:36Z</dcterms:modified>
</cp:coreProperties>
</file>